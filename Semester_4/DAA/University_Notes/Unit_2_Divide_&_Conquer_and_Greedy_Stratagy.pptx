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1" r:id="rId2"/>
    <p:sldMasterId id="2147483673" r:id="rId3"/>
    <p:sldMasterId id="2147483686" r:id="rId4"/>
  </p:sldMasterIdLst>
  <p:notesMasterIdLst>
    <p:notesMasterId r:id="rId9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Lst>
  <p:sldSz cx="12192000" cy="6858000"/>
  <p:notesSz cx="6858000" cy="9144000"/>
  <p:embeddedFontLst>
    <p:embeddedFont>
      <p:font typeface="Arial Black" panose="020B0A04020102020204" pitchFamily="34" charset="0"/>
      <p:bold r:id="rId100"/>
    </p:embeddedFont>
    <p:embeddedFont>
      <p:font typeface="Arial Narrow" panose="020B0606020202030204" pitchFamily="34" charset="0"/>
      <p:regular r:id="rId101"/>
      <p:bold r:id="rId102"/>
      <p:italic r:id="rId103"/>
      <p:boldItalic r:id="rId104"/>
    </p:embeddedFont>
    <p:embeddedFont>
      <p:font typeface="Bookman Old Style" panose="02050604050505020204" pitchFamily="18" charset="0"/>
      <p:regular r:id="rId105"/>
      <p:bold r:id="rId106"/>
      <p:italic r:id="rId107"/>
      <p:boldItalic r:id="rId108"/>
    </p:embeddedFont>
    <p:embeddedFont>
      <p:font typeface="Georgia" panose="02040502050405020303" pitchFamily="18" charset="0"/>
      <p:regular r:id="rId109"/>
      <p:bold r:id="rId110"/>
      <p:italic r:id="rId111"/>
      <p:boldItalic r:id="rId112"/>
    </p:embeddedFont>
    <p:embeddedFont>
      <p:font typeface="Merriweather Sans" panose="020F0502020204030204" pitchFamily="2" charset="0"/>
      <p:regular r:id="rId113"/>
      <p:bold r:id="rId114"/>
      <p:italic r:id="rId115"/>
      <p:boldItalic r:id="rId116"/>
    </p:embeddedFont>
    <p:embeddedFont>
      <p:font typeface="Noto Sans Symbols" panose="020B0604020202020204" charset="0"/>
      <p:regular r:id="rId117"/>
      <p:bold r:id="rId118"/>
    </p:embeddedFont>
    <p:embeddedFont>
      <p:font typeface="Tahoma" panose="020B0604030504040204" pitchFamily="34" charset="0"/>
      <p:regular r:id="rId119"/>
      <p:bold r:id="rId120"/>
    </p:embeddedFont>
    <p:embeddedFont>
      <p:font typeface="Times" panose="02020603050405020304" pitchFamily="18" charset="0"/>
      <p:regular r:id="rId121"/>
      <p:bold r:id="rId122"/>
      <p:italic r:id="rId123"/>
      <p:boldItalic r:id="rId124"/>
    </p:embeddedFont>
    <p:embeddedFont>
      <p:font typeface="Trebuchet MS" panose="020B0603020202020204" pitchFamily="34" charset="0"/>
      <p:regular r:id="rId125"/>
      <p:bold r:id="rId126"/>
      <p:italic r:id="rId127"/>
      <p:boldItalic r:id="rId128"/>
    </p:embeddedFont>
    <p:embeddedFont>
      <p:font typeface="Verdana" panose="020B0604030504040204" pitchFamily="34" charset="0"/>
      <p:regular r:id="rId129"/>
      <p:bold r:id="rId130"/>
      <p:italic r:id="rId131"/>
      <p:boldItalic r:id="rId1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3" roundtripDataSignature="AMtx7miSW8naxppMvFfKyelxdI3bI2yQ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2084FA-2C5B-40B7-A6BF-7A6510BCF7B6}">
  <a:tblStyle styleId="{A62084FA-2C5B-40B7-A6BF-7A6510BCF7B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8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font" Target="fonts/font18.fntdata"/><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font" Target="fonts/font13.fntdata"/><Relationship Id="rId133" Type="http://customschemas.google.com/relationships/presentationmetadata" Target="metadata"/><Relationship Id="rId16" Type="http://schemas.openxmlformats.org/officeDocument/2006/relationships/slide" Target="slides/slide12.xml"/><Relationship Id="rId107" Type="http://schemas.openxmlformats.org/officeDocument/2006/relationships/font" Target="fonts/font8.fntdata"/><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font" Target="fonts/font3.fntdata"/><Relationship Id="rId123" Type="http://schemas.openxmlformats.org/officeDocument/2006/relationships/font" Target="fonts/font24.fntdata"/><Relationship Id="rId128" Type="http://schemas.openxmlformats.org/officeDocument/2006/relationships/font" Target="fonts/font29.fntdata"/><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font" Target="fonts/font1.fntdata"/><Relationship Id="rId105" Type="http://schemas.openxmlformats.org/officeDocument/2006/relationships/font" Target="fonts/font6.fntdata"/><Relationship Id="rId113" Type="http://schemas.openxmlformats.org/officeDocument/2006/relationships/font" Target="fonts/font14.fntdata"/><Relationship Id="rId118" Type="http://schemas.openxmlformats.org/officeDocument/2006/relationships/font" Target="fonts/font19.fntdata"/><Relationship Id="rId126" Type="http://schemas.openxmlformats.org/officeDocument/2006/relationships/font" Target="fonts/font27.fntdata"/><Relationship Id="rId13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font" Target="fonts/font22.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font" Target="fonts/font4.fntdata"/><Relationship Id="rId108" Type="http://schemas.openxmlformats.org/officeDocument/2006/relationships/font" Target="fonts/font9.fntdata"/><Relationship Id="rId116" Type="http://schemas.openxmlformats.org/officeDocument/2006/relationships/font" Target="fonts/font17.fntdata"/><Relationship Id="rId124" Type="http://schemas.openxmlformats.org/officeDocument/2006/relationships/font" Target="fonts/font25.fntdata"/><Relationship Id="rId129" Type="http://schemas.openxmlformats.org/officeDocument/2006/relationships/font" Target="fonts/font30.fntdata"/><Relationship Id="rId13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11" Type="http://schemas.openxmlformats.org/officeDocument/2006/relationships/font" Target="fonts/font12.fntdata"/><Relationship Id="rId132" Type="http://schemas.openxmlformats.org/officeDocument/2006/relationships/font" Target="fonts/font33.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font" Target="fonts/font7.fntdata"/><Relationship Id="rId114" Type="http://schemas.openxmlformats.org/officeDocument/2006/relationships/font" Target="fonts/font15.fntdata"/><Relationship Id="rId119" Type="http://schemas.openxmlformats.org/officeDocument/2006/relationships/font" Target="fonts/font20.fntdata"/><Relationship Id="rId127" Type="http://schemas.openxmlformats.org/officeDocument/2006/relationships/font" Target="fonts/font28.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notesMaster" Target="notesMasters/notesMaster1.xml"/><Relationship Id="rId101" Type="http://schemas.openxmlformats.org/officeDocument/2006/relationships/font" Target="fonts/font2.fntdata"/><Relationship Id="rId122" Type="http://schemas.openxmlformats.org/officeDocument/2006/relationships/font" Target="fonts/font23.fntdata"/><Relationship Id="rId130" Type="http://schemas.openxmlformats.org/officeDocument/2006/relationships/font" Target="fonts/font31.fntdata"/><Relationship Id="rId135"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font" Target="fonts/font10.fntdata"/><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font" Target="fonts/font5.fntdata"/><Relationship Id="rId120" Type="http://schemas.openxmlformats.org/officeDocument/2006/relationships/font" Target="fonts/font21.fntdata"/><Relationship Id="rId125" Type="http://schemas.openxmlformats.org/officeDocument/2006/relationships/font" Target="fonts/font26.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font" Target="fonts/font11.fntdata"/><Relationship Id="rId115" Type="http://schemas.openxmlformats.org/officeDocument/2006/relationships/font" Target="fonts/font16.fntdata"/><Relationship Id="rId131" Type="http://schemas.openxmlformats.org/officeDocument/2006/relationships/font" Target="fonts/font32.fntdata"/><Relationship Id="rId136"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1: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Ref : Thomas H Cormen </a:t>
            </a:r>
            <a:endParaRPr/>
          </a:p>
        </p:txBody>
      </p:sp>
      <p:sp>
        <p:nvSpPr>
          <p:cNvPr id="344" name="Google Shape;34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a4cc99e90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a4cc99e909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 name="Google Shape;352;g2a4cc99e909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sahani</a:t>
            </a:r>
            <a:endParaRPr/>
          </a:p>
        </p:txBody>
      </p:sp>
      <p:sp>
        <p:nvSpPr>
          <p:cNvPr id="373" name="Google Shape;373;p4: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Ref : Thomas H Cormen </a:t>
            </a:r>
            <a:endParaRPr/>
          </a:p>
        </p:txBody>
      </p:sp>
      <p:sp>
        <p:nvSpPr>
          <p:cNvPr id="374" name="Google Shape;37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6</a:t>
            </a:fld>
            <a:endParaRPr>
              <a:solidFill>
                <a:srgbClr val="000000"/>
              </a:solidFill>
            </a:endParaRPr>
          </a:p>
        </p:txBody>
      </p:sp>
      <p:sp>
        <p:nvSpPr>
          <p:cNvPr id="384" name="Google Shape;38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5" name="Google Shape;38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 levitin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Tahoma"/>
                <a:ea typeface="Tahoma"/>
                <a:cs typeface="Tahoma"/>
                <a:sym typeface="Tahoma"/>
              </a:rPr>
              <a:t>7</a:t>
            </a:fld>
            <a:endParaRPr sz="1200">
              <a:solidFill>
                <a:schemeClr val="dk1"/>
              </a:solidFill>
              <a:latin typeface="Tahoma"/>
              <a:ea typeface="Tahoma"/>
              <a:cs typeface="Tahoma"/>
              <a:sym typeface="Tahoma"/>
            </a:endParaRPr>
          </a:p>
        </p:txBody>
      </p:sp>
      <p:sp>
        <p:nvSpPr>
          <p:cNvPr id="407" name="Google Shape;40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8" name="Google Shape;40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8</a:t>
            </a:fld>
            <a:endParaRPr>
              <a:solidFill>
                <a:srgbClr val="000000"/>
              </a:solidFill>
            </a:endParaRPr>
          </a:p>
        </p:txBody>
      </p:sp>
      <p:sp>
        <p:nvSpPr>
          <p:cNvPr id="416" name="Google Shape;41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7" name="Google Shape;41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A levitin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4" name="Google Shape;42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10</a:t>
            </a:fld>
            <a:endParaRPr/>
          </a:p>
        </p:txBody>
      </p:sp>
      <p:sp>
        <p:nvSpPr>
          <p:cNvPr id="432" name="Google Shape;432;p9: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3" name="Google Shape;433;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11</a:t>
            </a:fld>
            <a:endParaRPr/>
          </a:p>
        </p:txBody>
      </p:sp>
      <p:sp>
        <p:nvSpPr>
          <p:cNvPr id="443" name="Google Shape;443;p10: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4" name="Google Shape;444;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12</a:t>
            </a:fld>
            <a:endParaRPr/>
          </a:p>
        </p:txBody>
      </p:sp>
      <p:sp>
        <p:nvSpPr>
          <p:cNvPr id="454" name="Google Shape;454;p11: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5" name="Google Shape;455;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13</a:t>
            </a:fld>
            <a:endParaRPr/>
          </a:p>
        </p:txBody>
      </p:sp>
      <p:sp>
        <p:nvSpPr>
          <p:cNvPr id="465" name="Google Shape;465;p12: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6" name="Google Shape;466;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14</a:t>
            </a:fld>
            <a:endParaRPr/>
          </a:p>
        </p:txBody>
      </p:sp>
      <p:sp>
        <p:nvSpPr>
          <p:cNvPr id="476" name="Google Shape;476;p13: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7" name="Google Shape;477;p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15</a:t>
            </a:fld>
            <a:endParaRPr/>
          </a:p>
        </p:txBody>
      </p:sp>
      <p:sp>
        <p:nvSpPr>
          <p:cNvPr id="487" name="Google Shape;487;p14: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8" name="Google Shape;488;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16</a:t>
            </a:fld>
            <a:endParaRPr/>
          </a:p>
        </p:txBody>
      </p:sp>
      <p:sp>
        <p:nvSpPr>
          <p:cNvPr id="498" name="Google Shape;498;p15: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9" name="Google Shape;499;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17</a:t>
            </a:fld>
            <a:endParaRPr/>
          </a:p>
        </p:txBody>
      </p:sp>
      <p:sp>
        <p:nvSpPr>
          <p:cNvPr id="509" name="Google Shape;509;p16: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0" name="Google Shape;510;p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18</a:t>
            </a:fld>
            <a:endParaRPr/>
          </a:p>
        </p:txBody>
      </p:sp>
      <p:sp>
        <p:nvSpPr>
          <p:cNvPr id="520" name="Google Shape;520;p17: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1" name="Google Shape;521;p1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19</a:t>
            </a:fld>
            <a:endParaRPr/>
          </a:p>
        </p:txBody>
      </p:sp>
      <p:sp>
        <p:nvSpPr>
          <p:cNvPr id="531" name="Google Shape;531;p18: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2" name="Google Shape;532;p1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20</a:t>
            </a:fld>
            <a:endParaRPr/>
          </a:p>
        </p:txBody>
      </p:sp>
      <p:sp>
        <p:nvSpPr>
          <p:cNvPr id="542" name="Google Shape;542;p19: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3" name="Google Shape;543;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21</a:t>
            </a:fld>
            <a:endParaRPr/>
          </a:p>
        </p:txBody>
      </p:sp>
      <p:sp>
        <p:nvSpPr>
          <p:cNvPr id="553" name="Google Shape;553;p20: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4" name="Google Shape;554;p2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22</a:t>
            </a:fld>
            <a:endParaRPr/>
          </a:p>
        </p:txBody>
      </p:sp>
      <p:sp>
        <p:nvSpPr>
          <p:cNvPr id="564" name="Google Shape;564;p21: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5" name="Google Shape;565;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23</a:t>
            </a:fld>
            <a:endParaRPr/>
          </a:p>
        </p:txBody>
      </p:sp>
      <p:sp>
        <p:nvSpPr>
          <p:cNvPr id="575" name="Google Shape;575;p22: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6" name="Google Shape;576;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24</a:t>
            </a:fld>
            <a:endParaRPr/>
          </a:p>
        </p:txBody>
      </p:sp>
      <p:sp>
        <p:nvSpPr>
          <p:cNvPr id="586" name="Google Shape;586;p23: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7" name="Google Shape;587;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25</a:t>
            </a:fld>
            <a:endParaRPr/>
          </a:p>
        </p:txBody>
      </p:sp>
      <p:sp>
        <p:nvSpPr>
          <p:cNvPr id="597" name="Google Shape;597;p24: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8" name="Google Shape;598;p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26</a:t>
            </a:fld>
            <a:endParaRPr/>
          </a:p>
        </p:txBody>
      </p:sp>
      <p:sp>
        <p:nvSpPr>
          <p:cNvPr id="608" name="Google Shape;608;p25: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9" name="Google Shape;609;p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27</a:t>
            </a:fld>
            <a:endParaRPr/>
          </a:p>
        </p:txBody>
      </p:sp>
      <p:sp>
        <p:nvSpPr>
          <p:cNvPr id="619" name="Google Shape;619;p26: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0" name="Google Shape;620;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28</a:t>
            </a:fld>
            <a:endParaRPr/>
          </a:p>
        </p:txBody>
      </p:sp>
      <p:sp>
        <p:nvSpPr>
          <p:cNvPr id="630" name="Google Shape;630;p27: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1" name="Google Shape;631;p2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29</a:t>
            </a:fld>
            <a:endParaRPr/>
          </a:p>
        </p:txBody>
      </p:sp>
      <p:sp>
        <p:nvSpPr>
          <p:cNvPr id="641" name="Google Shape;641;p28: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2" name="Google Shape;642;p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30</a:t>
            </a:fld>
            <a:endParaRPr/>
          </a:p>
        </p:txBody>
      </p:sp>
      <p:sp>
        <p:nvSpPr>
          <p:cNvPr id="652" name="Google Shape;652;p29: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3" name="Google Shape;653;p2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31</a:t>
            </a:fld>
            <a:endParaRPr/>
          </a:p>
        </p:txBody>
      </p:sp>
      <p:sp>
        <p:nvSpPr>
          <p:cNvPr id="663" name="Google Shape;663;p30: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4" name="Google Shape;664;p3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4" name="Google Shape;67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86" name="Google Shape;68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
        <p:nvSpPr>
          <p:cNvPr id="694" name="Google Shape;694;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5" name="Google Shape;695;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even if not analyzing in detail, show the recurrence for mergesort in worst case:</a:t>
            </a:r>
            <a:endParaRPr/>
          </a:p>
          <a:p>
            <a:pPr marL="0" lvl="0" indent="0" algn="l" rtl="0">
              <a:lnSpc>
                <a:spcPct val="100000"/>
              </a:lnSpc>
              <a:spcBef>
                <a:spcPts val="0"/>
              </a:spcBef>
              <a:spcAft>
                <a:spcPts val="0"/>
              </a:spcAft>
              <a:buSzPts val="1400"/>
              <a:buNone/>
            </a:pPr>
            <a:r>
              <a:rPr lang="en-US"/>
              <a:t>T(n) = 2 T(n/2) + (n-1)</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                         worst case comparisons for merge</a:t>
            </a:r>
            <a:endParaRPr/>
          </a:p>
        </p:txBody>
      </p:sp>
      <p:cxnSp>
        <p:nvCxnSpPr>
          <p:cNvPr id="696" name="Google Shape;696;p35:notes"/>
          <p:cNvCxnSpPr/>
          <p:nvPr/>
        </p:nvCxnSpPr>
        <p:spPr>
          <a:xfrm rot="10800000">
            <a:off x="2286000" y="6705600"/>
            <a:ext cx="0" cy="228600"/>
          </a:xfrm>
          <a:prstGeom prst="straightConnector1">
            <a:avLst/>
          </a:prstGeom>
          <a:noFill/>
          <a:ln w="12700" cap="flat" cmpd="sng">
            <a:solidFill>
              <a:srgbClr val="FF0000"/>
            </a:solidFill>
            <a:prstDash val="solid"/>
            <a:round/>
            <a:headEnd type="none" w="sm" len="sm"/>
            <a:tailEnd type="triangle" w="sm" len="sm"/>
          </a:ln>
        </p:spPr>
      </p:cxn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
        <p:nvSpPr>
          <p:cNvPr id="703" name="Google Shape;703;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4" name="Google Shape;704;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2" name="Google Shape;732;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2" name="Google Shape;742;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6" name="Google Shape;756;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4" name="Google Shape;764;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
        <p:nvSpPr>
          <p:cNvPr id="834" name="Google Shape;83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5" name="Google Shape;835;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
        <p:nvSpPr>
          <p:cNvPr id="842" name="Google Shape;842;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3" name="Google Shape;843;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43</a:t>
            </a:fld>
            <a:endParaRPr/>
          </a:p>
        </p:txBody>
      </p:sp>
      <p:sp>
        <p:nvSpPr>
          <p:cNvPr id="851" name="Google Shape;85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2" name="Google Shape;852;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44</a:t>
            </a:fld>
            <a:endParaRPr/>
          </a:p>
        </p:txBody>
      </p:sp>
      <p:sp>
        <p:nvSpPr>
          <p:cNvPr id="860" name="Google Shape;860;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1" name="Google Shape;861;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45</a:t>
            </a:fld>
            <a:endParaRPr/>
          </a:p>
        </p:txBody>
      </p:sp>
      <p:sp>
        <p:nvSpPr>
          <p:cNvPr id="869" name="Google Shape;869;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0" name="Google Shape;870;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p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46</a:t>
            </a:fld>
            <a:endParaRPr>
              <a:solidFill>
                <a:srgbClr val="000000"/>
              </a:solidFill>
            </a:endParaRPr>
          </a:p>
        </p:txBody>
      </p:sp>
      <p:sp>
        <p:nvSpPr>
          <p:cNvPr id="877" name="Google Shape;877;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8" name="Google Shape;878;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47</a:t>
            </a:fld>
            <a:endParaRPr>
              <a:solidFill>
                <a:srgbClr val="000000"/>
              </a:solidFill>
            </a:endParaRPr>
          </a:p>
        </p:txBody>
      </p:sp>
      <p:sp>
        <p:nvSpPr>
          <p:cNvPr id="886" name="Google Shape;886;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87" name="Google Shape;887;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48</a:t>
            </a:fld>
            <a:endParaRPr>
              <a:solidFill>
                <a:srgbClr val="000000"/>
              </a:solidFill>
            </a:endParaRPr>
          </a:p>
        </p:txBody>
      </p:sp>
      <p:sp>
        <p:nvSpPr>
          <p:cNvPr id="893" name="Google Shape;893;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4" name="Google Shape;894;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solidFill>
                  <a:srgbClr val="000000"/>
                </a:solidFill>
              </a:rPr>
              <a:t>49</a:t>
            </a:fld>
            <a:endParaRPr>
              <a:solidFill>
                <a:srgbClr val="000000"/>
              </a:solidFill>
            </a:endParaRPr>
          </a:p>
        </p:txBody>
      </p:sp>
      <p:sp>
        <p:nvSpPr>
          <p:cNvPr id="901" name="Google Shape;901;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2" name="Google Shape;902;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50</a:t>
            </a:fld>
            <a:endParaRPr/>
          </a:p>
        </p:txBody>
      </p:sp>
      <p:sp>
        <p:nvSpPr>
          <p:cNvPr id="912" name="Google Shape;912;p55: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Ref : Thomas H Cormen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a4cc99e909_1_8: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9" name="Google Shape;919;g2a4cc99e909_1_8: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a4cc99e909_1_14:notes"/>
          <p:cNvSpPr txBox="1"/>
          <p:nvPr/>
        </p:nvSpPr>
        <p:spPr>
          <a:xfrm>
            <a:off x="4164012" y="0"/>
            <a:ext cx="31845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a:ea typeface="Times"/>
              <a:cs typeface="Times"/>
              <a:sym typeface="Times"/>
            </a:endParaRPr>
          </a:p>
        </p:txBody>
      </p:sp>
      <p:sp>
        <p:nvSpPr>
          <p:cNvPr id="926" name="Google Shape;926;g2a4cc99e909_1_14:notes"/>
          <p:cNvSpPr txBox="1"/>
          <p:nvPr/>
        </p:nvSpPr>
        <p:spPr>
          <a:xfrm>
            <a:off x="4164012" y="8686800"/>
            <a:ext cx="3184500" cy="457200"/>
          </a:xfrm>
          <a:prstGeom prst="rect">
            <a:avLst/>
          </a:prstGeom>
          <a:noFill/>
          <a:ln>
            <a:noFill/>
          </a:ln>
        </p:spPr>
        <p:txBody>
          <a:bodyPr spcFirstLastPara="1" wrap="square" lIns="90475" tIns="44450" rIns="90475" bIns="4445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r>
              <a:rPr lang="en-US" sz="1200" b="0" i="0" u="none">
                <a:solidFill>
                  <a:srgbClr val="000000"/>
                </a:solidFill>
                <a:latin typeface="Times New Roman"/>
                <a:ea typeface="Times New Roman"/>
                <a:cs typeface="Times New Roman"/>
                <a:sym typeface="Times New Roman"/>
              </a:rPr>
              <a:t>2</a:t>
            </a:r>
            <a:endParaRPr/>
          </a:p>
        </p:txBody>
      </p:sp>
      <p:sp>
        <p:nvSpPr>
          <p:cNvPr id="927" name="Google Shape;927;g2a4cc99e909_1_14:notes"/>
          <p:cNvSpPr txBox="1"/>
          <p:nvPr/>
        </p:nvSpPr>
        <p:spPr>
          <a:xfrm>
            <a:off x="0" y="8686800"/>
            <a:ext cx="31845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a:ea typeface="Times"/>
              <a:cs typeface="Times"/>
              <a:sym typeface="Times"/>
            </a:endParaRPr>
          </a:p>
        </p:txBody>
      </p:sp>
      <p:sp>
        <p:nvSpPr>
          <p:cNvPr id="928" name="Google Shape;928;g2a4cc99e909_1_14:notes"/>
          <p:cNvSpPr txBox="1"/>
          <p:nvPr/>
        </p:nvSpPr>
        <p:spPr>
          <a:xfrm>
            <a:off x="0" y="0"/>
            <a:ext cx="31845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a:ea typeface="Times"/>
              <a:cs typeface="Times"/>
              <a:sym typeface="Times"/>
            </a:endParaRPr>
          </a:p>
        </p:txBody>
      </p:sp>
      <p:sp>
        <p:nvSpPr>
          <p:cNvPr id="929" name="Google Shape;929;g2a4cc99e909_1_14: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0" name="Google Shape;930;g2a4cc99e909_1_14: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a4cc99e909_1_26: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9" name="Google Shape;939;g2a4cc99e909_1_26: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a4cc99e909_1_32: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6" name="Google Shape;946;g2a4cc99e909_1_32: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2a4cc99e909_1_38: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3" name="Google Shape;953;g2a4cc99e909_1_38: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a4cc99e909_1_44: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0" name="Google Shape;960;g2a4cc99e909_1_44: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a4cc99e909_1_96: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3" name="Google Shape;1013;g2a4cc99e909_1_96: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a4cc99e909_1_103: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1" name="Google Shape;1021;g2a4cc99e909_1_103: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2a4cc99e909_1_109: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8" name="Google Shape;1028;g2a4cc99e909_1_109: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a4cc99e909_1_116: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6" name="Google Shape;1036;g2a4cc99e909_1_116: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a4cc99e909_1_126: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7" name="Google Shape;1047;g2a4cc99e909_1_126: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a4cc99e909_1_133: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5" name="Google Shape;1055;g2a4cc99e909_1_133: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2a4cc99e909_1_139: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2" name="Google Shape;1062;g2a4cc99e909_1_139: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a4cc99e909_1_144: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8" name="Google Shape;1068;g2a4cc99e909_1_144: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2a4cc99e909_1_153: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8" name="Google Shape;1078;g2a4cc99e909_1_153: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079" name="Google Shape;1079;g2a4cc99e909_1_153: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2a4cc99e909_1_160: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6" name="Google Shape;1086;g2a4cc99e909_1_160: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087" name="Google Shape;1087;g2a4cc99e909_1_160: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a4cc99e909_1_177: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4" name="Google Shape;1104;g2a4cc99e909_1_177: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105" name="Google Shape;1105;g2a4cc99e909_1_177: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2a4cc99e909_1_184: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2" name="Google Shape;1112;g2a4cc99e909_1_184: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113" name="Google Shape;1113;g2a4cc99e909_1_184: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2a4cc99e909_1_200: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29" name="Google Shape;1129;g2a4cc99e909_1_200: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130" name="Google Shape;1130;g2a4cc99e909_1_200: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2a4cc99e909_1_219: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49" name="Google Shape;1149;g2a4cc99e909_1_219: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150" name="Google Shape;1150;g2a4cc99e909_1_219: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g2a4cc99e909_1_241: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2" name="Google Shape;1172;g2a4cc99e909_1_241: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173" name="Google Shape;1173;g2a4cc99e909_1_241: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71</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0"/>
        <p:cNvGrpSpPr/>
        <p:nvPr/>
      </p:nvGrpSpPr>
      <p:grpSpPr>
        <a:xfrm>
          <a:off x="0" y="0"/>
          <a:ext cx="0" cy="0"/>
          <a:chOff x="0" y="0"/>
          <a:chExt cx="0" cy="0"/>
        </a:xfrm>
      </p:grpSpPr>
      <p:sp>
        <p:nvSpPr>
          <p:cNvPr id="1201" name="Google Shape;1201;g2a4cc99e909_1_270: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02" name="Google Shape;1202;g2a4cc99e909_1_270: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203" name="Google Shape;1203;g2a4cc99e909_1_270: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72</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3"/>
        <p:cNvGrpSpPr/>
        <p:nvPr/>
      </p:nvGrpSpPr>
      <p:grpSpPr>
        <a:xfrm>
          <a:off x="0" y="0"/>
          <a:ext cx="0" cy="0"/>
          <a:chOff x="0" y="0"/>
          <a:chExt cx="0" cy="0"/>
        </a:xfrm>
      </p:grpSpPr>
      <p:sp>
        <p:nvSpPr>
          <p:cNvPr id="1234" name="Google Shape;1234;g2a4cc99e909_1_302: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5" name="Google Shape;1235;g2a4cc99e909_1_302: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236" name="Google Shape;1236;g2a4cc99e909_1_302: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73</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2a4cc99e909_1_336: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0" name="Google Shape;1270;g2a4cc99e909_1_336: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271" name="Google Shape;1271;g2a4cc99e909_1_336: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74</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5"/>
        <p:cNvGrpSpPr/>
        <p:nvPr/>
      </p:nvGrpSpPr>
      <p:grpSpPr>
        <a:xfrm>
          <a:off x="0" y="0"/>
          <a:ext cx="0" cy="0"/>
          <a:chOff x="0" y="0"/>
          <a:chExt cx="0" cy="0"/>
        </a:xfrm>
      </p:grpSpPr>
      <p:sp>
        <p:nvSpPr>
          <p:cNvPr id="1306" name="Google Shape;1306;g2a4cc99e909_1_372: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7" name="Google Shape;1307;g2a4cc99e909_1_372: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308" name="Google Shape;1308;g2a4cc99e909_1_372: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75</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5"/>
        <p:cNvGrpSpPr/>
        <p:nvPr/>
      </p:nvGrpSpPr>
      <p:grpSpPr>
        <a:xfrm>
          <a:off x="0" y="0"/>
          <a:ext cx="0" cy="0"/>
          <a:chOff x="0" y="0"/>
          <a:chExt cx="0" cy="0"/>
        </a:xfrm>
      </p:grpSpPr>
      <p:sp>
        <p:nvSpPr>
          <p:cNvPr id="1346" name="Google Shape;1346;g2a4cc99e909_1_411: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47" name="Google Shape;1347;g2a4cc99e909_1_411: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348" name="Google Shape;1348;g2a4cc99e909_1_411: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76</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8"/>
        <p:cNvGrpSpPr/>
        <p:nvPr/>
      </p:nvGrpSpPr>
      <p:grpSpPr>
        <a:xfrm>
          <a:off x="0" y="0"/>
          <a:ext cx="0" cy="0"/>
          <a:chOff x="0" y="0"/>
          <a:chExt cx="0" cy="0"/>
        </a:xfrm>
      </p:grpSpPr>
      <p:sp>
        <p:nvSpPr>
          <p:cNvPr id="1389" name="Google Shape;1389;g2a4cc99e909_1_453: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0" name="Google Shape;1390;g2a4cc99e909_1_453: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391" name="Google Shape;1391;g2a4cc99e909_1_453: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77</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4"/>
        <p:cNvGrpSpPr/>
        <p:nvPr/>
      </p:nvGrpSpPr>
      <p:grpSpPr>
        <a:xfrm>
          <a:off x="0" y="0"/>
          <a:ext cx="0" cy="0"/>
          <a:chOff x="0" y="0"/>
          <a:chExt cx="0" cy="0"/>
        </a:xfrm>
      </p:grpSpPr>
      <p:sp>
        <p:nvSpPr>
          <p:cNvPr id="1435" name="Google Shape;1435;g2a4cc99e909_1_498: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6" name="Google Shape;1436;g2a4cc99e909_1_498: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437" name="Google Shape;1437;g2a4cc99e909_1_498: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78</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2"/>
        <p:cNvGrpSpPr/>
        <p:nvPr/>
      </p:nvGrpSpPr>
      <p:grpSpPr>
        <a:xfrm>
          <a:off x="0" y="0"/>
          <a:ext cx="0" cy="0"/>
          <a:chOff x="0" y="0"/>
          <a:chExt cx="0" cy="0"/>
        </a:xfrm>
      </p:grpSpPr>
      <p:sp>
        <p:nvSpPr>
          <p:cNvPr id="1443" name="Google Shape;1443;g2a4cc99e909_1_505: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4" name="Google Shape;1444;g2a4cc99e909_1_505: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445" name="Google Shape;1445;g2a4cc99e909_1_505: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79</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8"/>
        <p:cNvGrpSpPr/>
        <p:nvPr/>
      </p:nvGrpSpPr>
      <p:grpSpPr>
        <a:xfrm>
          <a:off x="0" y="0"/>
          <a:ext cx="0" cy="0"/>
          <a:chOff x="0" y="0"/>
          <a:chExt cx="0" cy="0"/>
        </a:xfrm>
      </p:grpSpPr>
      <p:sp>
        <p:nvSpPr>
          <p:cNvPr id="1509" name="Google Shape;1509;g2a4cc99e909_1_570: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0" name="Google Shape;1510;g2a4cc99e909_1_570: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5"/>
        <p:cNvGrpSpPr/>
        <p:nvPr/>
      </p:nvGrpSpPr>
      <p:grpSpPr>
        <a:xfrm>
          <a:off x="0" y="0"/>
          <a:ext cx="0" cy="0"/>
          <a:chOff x="0" y="0"/>
          <a:chExt cx="0" cy="0"/>
        </a:xfrm>
      </p:grpSpPr>
      <p:sp>
        <p:nvSpPr>
          <p:cNvPr id="1516" name="Google Shape;1516;g2a4cc99e909_1_576: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7" name="Google Shape;1517;g2a4cc99e909_1_576: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2"/>
        <p:cNvGrpSpPr/>
        <p:nvPr/>
      </p:nvGrpSpPr>
      <p:grpSpPr>
        <a:xfrm>
          <a:off x="0" y="0"/>
          <a:ext cx="0" cy="0"/>
          <a:chOff x="0" y="0"/>
          <a:chExt cx="0" cy="0"/>
        </a:xfrm>
      </p:grpSpPr>
      <p:sp>
        <p:nvSpPr>
          <p:cNvPr id="1523" name="Google Shape;1523;g2a4cc99e909_1_582: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4" name="Google Shape;1524;g2a4cc99e909_1_582: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1525" name="Google Shape;1525;g2a4cc99e909_1_582: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a:buNone/>
            </a:pPr>
            <a:fld id="{00000000-1234-1234-1234-123412341234}" type="slidenum">
              <a:rPr lang="en-US" sz="2400" b="0" i="0" u="none">
                <a:solidFill>
                  <a:srgbClr val="000000"/>
                </a:solidFill>
                <a:latin typeface="Times"/>
                <a:ea typeface="Times"/>
                <a:cs typeface="Times"/>
                <a:sym typeface="Times"/>
              </a:rPr>
              <a:t>82</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0"/>
        <p:cNvGrpSpPr/>
        <p:nvPr/>
      </p:nvGrpSpPr>
      <p:grpSpPr>
        <a:xfrm>
          <a:off x="0" y="0"/>
          <a:ext cx="0" cy="0"/>
          <a:chOff x="0" y="0"/>
          <a:chExt cx="0" cy="0"/>
        </a:xfrm>
      </p:grpSpPr>
      <p:sp>
        <p:nvSpPr>
          <p:cNvPr id="1531" name="Google Shape;1531;g2a4cc99e909_1_589: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2" name="Google Shape;1532;g2a4cc99e909_1_589: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0"/>
        <p:cNvGrpSpPr/>
        <p:nvPr/>
      </p:nvGrpSpPr>
      <p:grpSpPr>
        <a:xfrm>
          <a:off x="0" y="0"/>
          <a:ext cx="0" cy="0"/>
          <a:chOff x="0" y="0"/>
          <a:chExt cx="0" cy="0"/>
        </a:xfrm>
      </p:grpSpPr>
      <p:sp>
        <p:nvSpPr>
          <p:cNvPr id="1541" name="Google Shape;1541;g2a4cc99e909_1_598: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2" name="Google Shape;1542;g2a4cc99e909_1_598: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7"/>
        <p:cNvGrpSpPr/>
        <p:nvPr/>
      </p:nvGrpSpPr>
      <p:grpSpPr>
        <a:xfrm>
          <a:off x="0" y="0"/>
          <a:ext cx="0" cy="0"/>
          <a:chOff x="0" y="0"/>
          <a:chExt cx="0" cy="0"/>
        </a:xfrm>
      </p:grpSpPr>
      <p:sp>
        <p:nvSpPr>
          <p:cNvPr id="1548" name="Google Shape;1548;g2a4cc99e909_1_604: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New Roman"/>
              <a:buNone/>
            </a:pPr>
            <a:fld id="{00000000-1234-1234-1234-123412341234}" type="slidenum">
              <a:rPr lang="en-US" sz="2400" b="0" i="0" u="none">
                <a:solidFill>
                  <a:srgbClr val="000000"/>
                </a:solidFill>
                <a:latin typeface="Times New Roman"/>
                <a:ea typeface="Times New Roman"/>
                <a:cs typeface="Times New Roman"/>
                <a:sym typeface="Times New Roman"/>
              </a:rPr>
              <a:t>85</a:t>
            </a:fld>
            <a:endParaRPr/>
          </a:p>
        </p:txBody>
      </p:sp>
      <p:sp>
        <p:nvSpPr>
          <p:cNvPr id="1549" name="Google Shape;1549;g2a4cc99e909_1_6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50" name="Google Shape;1550;g2a4cc99e909_1_604:notes"/>
          <p:cNvSpPr txBox="1">
            <a:spLocks noGrp="1"/>
          </p:cNvSpPr>
          <p:nvPr>
            <p:ph type="body" idx="1"/>
          </p:nvPr>
        </p:nvSpPr>
        <p:spPr>
          <a:xfrm>
            <a:off x="685800" y="4343400"/>
            <a:ext cx="5486400" cy="41148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g2a4cc99e909_1_612: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New Roman"/>
              <a:buNone/>
            </a:pPr>
            <a:fld id="{00000000-1234-1234-1234-123412341234}" type="slidenum">
              <a:rPr lang="en-US" sz="2400" b="0" i="0" u="none">
                <a:solidFill>
                  <a:srgbClr val="000000"/>
                </a:solidFill>
                <a:latin typeface="Times New Roman"/>
                <a:ea typeface="Times New Roman"/>
                <a:cs typeface="Times New Roman"/>
                <a:sym typeface="Times New Roman"/>
              </a:rPr>
              <a:t>86</a:t>
            </a:fld>
            <a:endParaRPr/>
          </a:p>
        </p:txBody>
      </p:sp>
      <p:sp>
        <p:nvSpPr>
          <p:cNvPr id="1558" name="Google Shape;1558;g2a4cc99e909_1_6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59" name="Google Shape;1559;g2a4cc99e909_1_612:notes"/>
          <p:cNvSpPr txBox="1">
            <a:spLocks noGrp="1"/>
          </p:cNvSpPr>
          <p:nvPr>
            <p:ph type="body" idx="1"/>
          </p:nvPr>
        </p:nvSpPr>
        <p:spPr>
          <a:xfrm>
            <a:off x="685800" y="4343400"/>
            <a:ext cx="5486400" cy="41148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g2a4cc99e909_1_620: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New Roman"/>
              <a:buNone/>
            </a:pPr>
            <a:fld id="{00000000-1234-1234-1234-123412341234}" type="slidenum">
              <a:rPr lang="en-US" sz="2400" b="0" i="0" u="none">
                <a:solidFill>
                  <a:srgbClr val="000000"/>
                </a:solidFill>
                <a:latin typeface="Times New Roman"/>
                <a:ea typeface="Times New Roman"/>
                <a:cs typeface="Times New Roman"/>
                <a:sym typeface="Times New Roman"/>
              </a:rPr>
              <a:t>87</a:t>
            </a:fld>
            <a:endParaRPr/>
          </a:p>
        </p:txBody>
      </p:sp>
      <p:sp>
        <p:nvSpPr>
          <p:cNvPr id="1567" name="Google Shape;1567;g2a4cc99e909_1_6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68" name="Google Shape;1568;g2a4cc99e909_1_620:notes"/>
          <p:cNvSpPr txBox="1">
            <a:spLocks noGrp="1"/>
          </p:cNvSpPr>
          <p:nvPr>
            <p:ph type="body" idx="1"/>
          </p:nvPr>
        </p:nvSpPr>
        <p:spPr>
          <a:xfrm>
            <a:off x="685800" y="4343400"/>
            <a:ext cx="5486400" cy="41148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7"/>
        <p:cNvGrpSpPr/>
        <p:nvPr/>
      </p:nvGrpSpPr>
      <p:grpSpPr>
        <a:xfrm>
          <a:off x="0" y="0"/>
          <a:ext cx="0" cy="0"/>
          <a:chOff x="0" y="0"/>
          <a:chExt cx="0" cy="0"/>
        </a:xfrm>
      </p:grpSpPr>
      <p:sp>
        <p:nvSpPr>
          <p:cNvPr id="1578" name="Google Shape;1578;g2a4cc99e909_1_631: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New Roman"/>
              <a:buNone/>
            </a:pPr>
            <a:fld id="{00000000-1234-1234-1234-123412341234}" type="slidenum">
              <a:rPr lang="en-US" sz="2400" b="0" i="0" u="none">
                <a:solidFill>
                  <a:srgbClr val="000000"/>
                </a:solidFill>
                <a:latin typeface="Times New Roman"/>
                <a:ea typeface="Times New Roman"/>
                <a:cs typeface="Times New Roman"/>
                <a:sym typeface="Times New Roman"/>
              </a:rPr>
              <a:t>88</a:t>
            </a:fld>
            <a:endParaRPr/>
          </a:p>
        </p:txBody>
      </p:sp>
      <p:sp>
        <p:nvSpPr>
          <p:cNvPr id="1579" name="Google Shape;1579;g2a4cc99e909_1_6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80" name="Google Shape;1580;g2a4cc99e909_1_631:notes"/>
          <p:cNvSpPr txBox="1">
            <a:spLocks noGrp="1"/>
          </p:cNvSpPr>
          <p:nvPr>
            <p:ph type="body" idx="1"/>
          </p:nvPr>
        </p:nvSpPr>
        <p:spPr>
          <a:xfrm>
            <a:off x="685800" y="4343400"/>
            <a:ext cx="5486400" cy="41148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6"/>
        <p:cNvGrpSpPr/>
        <p:nvPr/>
      </p:nvGrpSpPr>
      <p:grpSpPr>
        <a:xfrm>
          <a:off x="0" y="0"/>
          <a:ext cx="0" cy="0"/>
          <a:chOff x="0" y="0"/>
          <a:chExt cx="0" cy="0"/>
        </a:xfrm>
      </p:grpSpPr>
      <p:sp>
        <p:nvSpPr>
          <p:cNvPr id="1587" name="Google Shape;1587;g2a4cc99e909_1_639: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New Roman"/>
              <a:buNone/>
            </a:pPr>
            <a:fld id="{00000000-1234-1234-1234-123412341234}" type="slidenum">
              <a:rPr lang="en-US" sz="2400" b="0" i="0" u="none">
                <a:solidFill>
                  <a:srgbClr val="000000"/>
                </a:solidFill>
                <a:latin typeface="Times New Roman"/>
                <a:ea typeface="Times New Roman"/>
                <a:cs typeface="Times New Roman"/>
                <a:sym typeface="Times New Roman"/>
              </a:rPr>
              <a:t>89</a:t>
            </a:fld>
            <a:endParaRPr/>
          </a:p>
        </p:txBody>
      </p:sp>
      <p:sp>
        <p:nvSpPr>
          <p:cNvPr id="1588" name="Google Shape;1588;g2a4cc99e909_1_6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89" name="Google Shape;1589;g2a4cc99e909_1_639:notes"/>
          <p:cNvSpPr txBox="1">
            <a:spLocks noGrp="1"/>
          </p:cNvSpPr>
          <p:nvPr>
            <p:ph type="body" idx="1"/>
          </p:nvPr>
        </p:nvSpPr>
        <p:spPr>
          <a:xfrm>
            <a:off x="685800" y="4343400"/>
            <a:ext cx="5486400" cy="41148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5"/>
        <p:cNvGrpSpPr/>
        <p:nvPr/>
      </p:nvGrpSpPr>
      <p:grpSpPr>
        <a:xfrm>
          <a:off x="0" y="0"/>
          <a:ext cx="0" cy="0"/>
          <a:chOff x="0" y="0"/>
          <a:chExt cx="0" cy="0"/>
        </a:xfrm>
      </p:grpSpPr>
      <p:sp>
        <p:nvSpPr>
          <p:cNvPr id="1596" name="Google Shape;1596;g2a4cc99e909_1_647: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New Roman"/>
              <a:buNone/>
            </a:pPr>
            <a:fld id="{00000000-1234-1234-1234-123412341234}" type="slidenum">
              <a:rPr lang="en-US" sz="2400" b="0" i="0" u="none">
                <a:solidFill>
                  <a:srgbClr val="000000"/>
                </a:solidFill>
                <a:latin typeface="Times New Roman"/>
                <a:ea typeface="Times New Roman"/>
                <a:cs typeface="Times New Roman"/>
                <a:sym typeface="Times New Roman"/>
              </a:rPr>
              <a:t>90</a:t>
            </a:fld>
            <a:endParaRPr/>
          </a:p>
        </p:txBody>
      </p:sp>
      <p:sp>
        <p:nvSpPr>
          <p:cNvPr id="1597" name="Google Shape;1597;g2a4cc99e909_1_6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98" name="Google Shape;1598;g2a4cc99e909_1_647:notes"/>
          <p:cNvSpPr txBox="1">
            <a:spLocks noGrp="1"/>
          </p:cNvSpPr>
          <p:nvPr>
            <p:ph type="body" idx="1"/>
          </p:nvPr>
        </p:nvSpPr>
        <p:spPr>
          <a:xfrm>
            <a:off x="685800" y="4343400"/>
            <a:ext cx="5486400" cy="41148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4"/>
        <p:cNvGrpSpPr/>
        <p:nvPr/>
      </p:nvGrpSpPr>
      <p:grpSpPr>
        <a:xfrm>
          <a:off x="0" y="0"/>
          <a:ext cx="0" cy="0"/>
          <a:chOff x="0" y="0"/>
          <a:chExt cx="0" cy="0"/>
        </a:xfrm>
      </p:grpSpPr>
      <p:sp>
        <p:nvSpPr>
          <p:cNvPr id="1605" name="Google Shape;1605;g2a4cc99e909_1_655: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6" name="Google Shape;1606;g2a4cc99e909_1_655: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1"/>
        <p:cNvGrpSpPr/>
        <p:nvPr/>
      </p:nvGrpSpPr>
      <p:grpSpPr>
        <a:xfrm>
          <a:off x="0" y="0"/>
          <a:ext cx="0" cy="0"/>
          <a:chOff x="0" y="0"/>
          <a:chExt cx="0" cy="0"/>
        </a:xfrm>
      </p:grpSpPr>
      <p:sp>
        <p:nvSpPr>
          <p:cNvPr id="1612" name="Google Shape;1612;g2a4cc99e909_1_661:notes"/>
          <p:cNvSpPr txBox="1"/>
          <p:nvPr/>
        </p:nvSpPr>
        <p:spPr>
          <a:xfrm>
            <a:off x="3884612" y="8685212"/>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Times New Roman"/>
              <a:buNone/>
            </a:pPr>
            <a:fld id="{00000000-1234-1234-1234-123412341234}" type="slidenum">
              <a:rPr lang="en-US" sz="2400" b="0" i="0" u="none">
                <a:solidFill>
                  <a:srgbClr val="000000"/>
                </a:solidFill>
                <a:latin typeface="Times New Roman"/>
                <a:ea typeface="Times New Roman"/>
                <a:cs typeface="Times New Roman"/>
                <a:sym typeface="Times New Roman"/>
              </a:rPr>
              <a:t>92</a:t>
            </a:fld>
            <a:endParaRPr/>
          </a:p>
        </p:txBody>
      </p:sp>
      <p:sp>
        <p:nvSpPr>
          <p:cNvPr id="1613" name="Google Shape;1613;g2a4cc99e909_1_6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614" name="Google Shape;1614;g2a4cc99e909_1_661:notes"/>
          <p:cNvSpPr txBox="1">
            <a:spLocks noGrp="1"/>
          </p:cNvSpPr>
          <p:nvPr>
            <p:ph type="body" idx="1"/>
          </p:nvPr>
        </p:nvSpPr>
        <p:spPr>
          <a:xfrm>
            <a:off x="685800" y="4343400"/>
            <a:ext cx="5486400" cy="41148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0"/>
        <p:cNvGrpSpPr/>
        <p:nvPr/>
      </p:nvGrpSpPr>
      <p:grpSpPr>
        <a:xfrm>
          <a:off x="0" y="0"/>
          <a:ext cx="0" cy="0"/>
          <a:chOff x="0" y="0"/>
          <a:chExt cx="0" cy="0"/>
        </a:xfrm>
      </p:grpSpPr>
      <p:sp>
        <p:nvSpPr>
          <p:cNvPr id="1621" name="Google Shape;1621;g2a4cc99e909_1_669:notes"/>
          <p:cNvSpPr txBox="1">
            <a:spLocks noGrp="1"/>
          </p:cNvSpPr>
          <p:nvPr>
            <p:ph type="body" idx="1"/>
          </p:nvPr>
        </p:nvSpPr>
        <p:spPr>
          <a:xfrm>
            <a:off x="985837"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2" name="Google Shape;1622;g2a4cc99e909_1_669:notes"/>
          <p:cNvSpPr>
            <a:spLocks noGrp="1" noRot="1" noChangeAspect="1"/>
          </p:cNvSpPr>
          <p:nvPr>
            <p:ph type="sldImg" idx="2"/>
          </p:nvPr>
        </p:nvSpPr>
        <p:spPr>
          <a:xfrm>
            <a:off x="389450" y="692150"/>
            <a:ext cx="6079200" cy="341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7"/>
        <p:cNvGrpSpPr/>
        <p:nvPr/>
      </p:nvGrpSpPr>
      <p:grpSpPr>
        <a:xfrm>
          <a:off x="0" y="0"/>
          <a:ext cx="0" cy="0"/>
          <a:chOff x="0" y="0"/>
          <a:chExt cx="0" cy="0"/>
        </a:xfrm>
      </p:grpSpPr>
      <p:sp>
        <p:nvSpPr>
          <p:cNvPr id="1628" name="Google Shape;1628;g2a4cc99e909_1_675:notes"/>
          <p:cNvSpPr txBox="1"/>
          <p:nvPr/>
        </p:nvSpPr>
        <p:spPr>
          <a:xfrm>
            <a:off x="4164012" y="0"/>
            <a:ext cx="31845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a:ea typeface="Times"/>
              <a:cs typeface="Times"/>
              <a:sym typeface="Times"/>
            </a:endParaRPr>
          </a:p>
        </p:txBody>
      </p:sp>
      <p:sp>
        <p:nvSpPr>
          <p:cNvPr id="1629" name="Google Shape;1629;g2a4cc99e909_1_675:notes"/>
          <p:cNvSpPr txBox="1"/>
          <p:nvPr/>
        </p:nvSpPr>
        <p:spPr>
          <a:xfrm>
            <a:off x="4164012" y="8686800"/>
            <a:ext cx="3184500" cy="457200"/>
          </a:xfrm>
          <a:prstGeom prst="rect">
            <a:avLst/>
          </a:prstGeom>
          <a:noFill/>
          <a:ln>
            <a:noFill/>
          </a:ln>
        </p:spPr>
        <p:txBody>
          <a:bodyPr spcFirstLastPara="1" wrap="square" lIns="90475" tIns="44450" rIns="90475" bIns="4445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r>
              <a:rPr lang="en-US" sz="1200" b="0" i="0" u="none">
                <a:solidFill>
                  <a:srgbClr val="000000"/>
                </a:solidFill>
                <a:latin typeface="Times New Roman"/>
                <a:ea typeface="Times New Roman"/>
                <a:cs typeface="Times New Roman"/>
                <a:sym typeface="Times New Roman"/>
              </a:rPr>
              <a:t>12</a:t>
            </a:r>
            <a:endParaRPr/>
          </a:p>
        </p:txBody>
      </p:sp>
      <p:sp>
        <p:nvSpPr>
          <p:cNvPr id="1630" name="Google Shape;1630;g2a4cc99e909_1_675:notes"/>
          <p:cNvSpPr txBox="1"/>
          <p:nvPr/>
        </p:nvSpPr>
        <p:spPr>
          <a:xfrm>
            <a:off x="0" y="8686800"/>
            <a:ext cx="31845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a:ea typeface="Times"/>
              <a:cs typeface="Times"/>
              <a:sym typeface="Times"/>
            </a:endParaRPr>
          </a:p>
        </p:txBody>
      </p:sp>
      <p:sp>
        <p:nvSpPr>
          <p:cNvPr id="1631" name="Google Shape;1631;g2a4cc99e909_1_675:notes"/>
          <p:cNvSpPr txBox="1"/>
          <p:nvPr/>
        </p:nvSpPr>
        <p:spPr>
          <a:xfrm>
            <a:off x="0" y="0"/>
            <a:ext cx="31845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a:ea typeface="Times"/>
              <a:cs typeface="Times"/>
              <a:sym typeface="Times"/>
            </a:endParaRPr>
          </a:p>
        </p:txBody>
      </p:sp>
      <p:sp>
        <p:nvSpPr>
          <p:cNvPr id="1632" name="Google Shape;1632;g2a4cc99e909_1_675:notes"/>
          <p:cNvSpPr>
            <a:spLocks noGrp="1" noRot="1" noChangeAspect="1"/>
          </p:cNvSpPr>
          <p:nvPr>
            <p:ph type="sldImg" idx="2"/>
          </p:nvPr>
        </p:nvSpPr>
        <p:spPr>
          <a:xfrm>
            <a:off x="391587" y="692150"/>
            <a:ext cx="6074700" cy="34164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33" name="Google Shape;1633;g2a4cc99e909_1_675:notes"/>
          <p:cNvSpPr txBox="1">
            <a:spLocks noGrp="1"/>
          </p:cNvSpPr>
          <p:nvPr>
            <p:ph type="body" idx="1"/>
          </p:nvPr>
        </p:nvSpPr>
        <p:spPr>
          <a:xfrm>
            <a:off x="985837"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57"/>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57"/>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57"/>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57"/>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3" name="Google Shape;23;p5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5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26" name="Google Shape;26;p57"/>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5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8"/>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0" name="Google Shape;30;p5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8"/>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100">
                <a:solidFill>
                  <a:srgbClr val="C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3"/>
        <p:cNvGrpSpPr/>
        <p:nvPr/>
      </p:nvGrpSpPr>
      <p:grpSpPr>
        <a:xfrm>
          <a:off x="0" y="0"/>
          <a:ext cx="0" cy="0"/>
          <a:chOff x="0" y="0"/>
          <a:chExt cx="0" cy="0"/>
        </a:xfrm>
      </p:grpSpPr>
      <p:sp>
        <p:nvSpPr>
          <p:cNvPr id="34" name="Google Shape;34;p59"/>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59"/>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5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4"/>
        <p:cNvGrpSpPr/>
        <p:nvPr/>
      </p:nvGrpSpPr>
      <p:grpSpPr>
        <a:xfrm>
          <a:off x="0" y="0"/>
          <a:ext cx="0" cy="0"/>
          <a:chOff x="0" y="0"/>
          <a:chExt cx="0" cy="0"/>
        </a:xfrm>
      </p:grpSpPr>
      <p:sp>
        <p:nvSpPr>
          <p:cNvPr id="45" name="Google Shape;45;p6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49"/>
        <p:cNvGrpSpPr/>
        <p:nvPr/>
      </p:nvGrpSpPr>
      <p:grpSpPr>
        <a:xfrm>
          <a:off x="0" y="0"/>
          <a:ext cx="0" cy="0"/>
          <a:chOff x="0" y="0"/>
          <a:chExt cx="0" cy="0"/>
        </a:xfrm>
      </p:grpSpPr>
      <p:sp>
        <p:nvSpPr>
          <p:cNvPr id="50" name="Google Shape;50;p70"/>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70"/>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70"/>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0"/>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54" name="Google Shape;54;p7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57" name="Google Shape;57;p70"/>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8"/>
        <p:cNvGrpSpPr/>
        <p:nvPr/>
      </p:nvGrpSpPr>
      <p:grpSpPr>
        <a:xfrm>
          <a:off x="0" y="0"/>
          <a:ext cx="0" cy="0"/>
          <a:chOff x="0" y="0"/>
          <a:chExt cx="0" cy="0"/>
        </a:xfrm>
      </p:grpSpPr>
      <p:sp>
        <p:nvSpPr>
          <p:cNvPr id="59" name="Google Shape;59;p7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71"/>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1" name="Google Shape;61;p71"/>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2" name="Google Shape;62;p7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7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7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5"/>
        <p:cNvGrpSpPr/>
        <p:nvPr/>
      </p:nvGrpSpPr>
      <p:grpSpPr>
        <a:xfrm>
          <a:off x="0" y="0"/>
          <a:ext cx="0" cy="0"/>
          <a:chOff x="0" y="0"/>
          <a:chExt cx="0" cy="0"/>
        </a:xfrm>
      </p:grpSpPr>
      <p:sp>
        <p:nvSpPr>
          <p:cNvPr id="66" name="Google Shape;66;p7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72"/>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68" name="Google Shape;68;p72"/>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9" name="Google Shape;69;p72"/>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70" name="Google Shape;70;p72"/>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1" name="Google Shape;71;p7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7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7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4"/>
        <p:cNvGrpSpPr/>
        <p:nvPr/>
      </p:nvGrpSpPr>
      <p:grpSpPr>
        <a:xfrm>
          <a:off x="0" y="0"/>
          <a:ext cx="0" cy="0"/>
          <a:chOff x="0" y="0"/>
          <a:chExt cx="0" cy="0"/>
        </a:xfrm>
      </p:grpSpPr>
      <p:sp>
        <p:nvSpPr>
          <p:cNvPr id="75" name="Google Shape;75;p73"/>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73"/>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73"/>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73"/>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9" name="Google Shape;79;p73"/>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0" name="Google Shape;80;p73"/>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73"/>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7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3"/>
        <p:cNvGrpSpPr/>
        <p:nvPr/>
      </p:nvGrpSpPr>
      <p:grpSpPr>
        <a:xfrm>
          <a:off x="0" y="0"/>
          <a:ext cx="0" cy="0"/>
          <a:chOff x="0" y="0"/>
          <a:chExt cx="0" cy="0"/>
        </a:xfrm>
      </p:grpSpPr>
      <p:sp>
        <p:nvSpPr>
          <p:cNvPr id="84" name="Google Shape;84;p74"/>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74"/>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74"/>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74"/>
          <p:cNvSpPr>
            <a:spLocks noGrp="1"/>
          </p:cNvSpPr>
          <p:nvPr>
            <p:ph type="pic" idx="2"/>
          </p:nvPr>
        </p:nvSpPr>
        <p:spPr>
          <a:xfrm>
            <a:off x="15" y="0"/>
            <a:ext cx="12191985" cy="4915076"/>
          </a:xfrm>
          <a:prstGeom prst="rect">
            <a:avLst/>
          </a:prstGeom>
          <a:noFill/>
          <a:ln>
            <a:noFill/>
          </a:ln>
        </p:spPr>
      </p:sp>
      <p:sp>
        <p:nvSpPr>
          <p:cNvPr id="88" name="Google Shape;88;p74"/>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9" name="Google Shape;89;p7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7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7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2"/>
        <p:cNvGrpSpPr/>
        <p:nvPr/>
      </p:nvGrpSpPr>
      <p:grpSpPr>
        <a:xfrm>
          <a:off x="0" y="0"/>
          <a:ext cx="0" cy="0"/>
          <a:chOff x="0" y="0"/>
          <a:chExt cx="0" cy="0"/>
        </a:xfrm>
      </p:grpSpPr>
      <p:sp>
        <p:nvSpPr>
          <p:cNvPr id="93" name="Google Shape;93;p7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75"/>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5" name="Google Shape;95;p7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7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7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8"/>
        <p:cNvGrpSpPr/>
        <p:nvPr/>
      </p:nvGrpSpPr>
      <p:grpSpPr>
        <a:xfrm>
          <a:off x="0" y="0"/>
          <a:ext cx="0" cy="0"/>
          <a:chOff x="0" y="0"/>
          <a:chExt cx="0" cy="0"/>
        </a:xfrm>
      </p:grpSpPr>
      <p:sp>
        <p:nvSpPr>
          <p:cNvPr id="99" name="Google Shape;99;p76"/>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76"/>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76"/>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76"/>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03" name="Google Shape;103;p7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7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7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3"/>
        <p:cNvGrpSpPr/>
        <p:nvPr/>
      </p:nvGrpSpPr>
      <p:grpSpPr>
        <a:xfrm>
          <a:off x="0" y="0"/>
          <a:ext cx="0" cy="0"/>
          <a:chOff x="0" y="0"/>
          <a:chExt cx="0" cy="0"/>
        </a:xfrm>
      </p:grpSpPr>
      <p:sp>
        <p:nvSpPr>
          <p:cNvPr id="114" name="Google Shape;114;p62"/>
          <p:cNvSpPr txBox="1">
            <a:spLocks noGrp="1"/>
          </p:cNvSpPr>
          <p:nvPr>
            <p:ph type="title"/>
          </p:nvPr>
        </p:nvSpPr>
        <p:spPr>
          <a:xfrm>
            <a:off x="1" y="0"/>
            <a:ext cx="12189884" cy="9144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5" name="Google Shape;115;p62"/>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62"/>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7"/>
        <p:cNvGrpSpPr/>
        <p:nvPr/>
      </p:nvGrpSpPr>
      <p:grpSpPr>
        <a:xfrm>
          <a:off x="0" y="0"/>
          <a:ext cx="0" cy="0"/>
          <a:chOff x="0" y="0"/>
          <a:chExt cx="0" cy="0"/>
        </a:xfrm>
      </p:grpSpPr>
      <p:sp>
        <p:nvSpPr>
          <p:cNvPr id="118" name="Google Shape;118;p63"/>
          <p:cNvSpPr txBox="1">
            <a:spLocks noGrp="1"/>
          </p:cNvSpPr>
          <p:nvPr>
            <p:ph type="title"/>
          </p:nvPr>
        </p:nvSpPr>
        <p:spPr>
          <a:xfrm>
            <a:off x="1" y="0"/>
            <a:ext cx="12189884" cy="9144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9" name="Google Shape;119;p63"/>
          <p:cNvSpPr txBox="1">
            <a:spLocks noGrp="1"/>
          </p:cNvSpPr>
          <p:nvPr>
            <p:ph type="body" idx="1"/>
          </p:nvPr>
        </p:nvSpPr>
        <p:spPr>
          <a:xfrm>
            <a:off x="406400" y="1219200"/>
            <a:ext cx="11277600" cy="4876800"/>
          </a:xfrm>
          <a:prstGeom prst="rect">
            <a:avLst/>
          </a:prstGeom>
          <a:noFill/>
          <a:ln>
            <a:noFill/>
          </a:ln>
        </p:spPr>
        <p:txBody>
          <a:bodyPr spcFirstLastPara="1" wrap="square" lIns="92075" tIns="46025" rIns="92075" bIns="46025" anchor="t" anchorCtr="0">
            <a:noAutofit/>
          </a:bodyPr>
          <a:lstStyle>
            <a:lvl1pPr marL="457200" lvl="0" indent="-342900" algn="l">
              <a:lnSpc>
                <a:spcPct val="100000"/>
              </a:lnSpc>
              <a:spcBef>
                <a:spcPts val="360"/>
              </a:spcBef>
              <a:spcAft>
                <a:spcPts val="0"/>
              </a:spcAft>
              <a:buClr>
                <a:srgbClr val="010000"/>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0" name="Google Shape;120;p63"/>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63"/>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22"/>
        <p:cNvGrpSpPr/>
        <p:nvPr/>
      </p:nvGrpSpPr>
      <p:grpSpPr>
        <a:xfrm>
          <a:off x="0" y="0"/>
          <a:ext cx="0" cy="0"/>
          <a:chOff x="0" y="0"/>
          <a:chExt cx="0" cy="0"/>
        </a:xfrm>
      </p:grpSpPr>
      <p:sp>
        <p:nvSpPr>
          <p:cNvPr id="123" name="Google Shape;123;p77"/>
          <p:cNvSpPr txBox="1">
            <a:spLocks noGrp="1"/>
          </p:cNvSpPr>
          <p:nvPr>
            <p:ph type="ctrTitle"/>
          </p:nvPr>
        </p:nvSpPr>
        <p:spPr>
          <a:xfrm>
            <a:off x="914400" y="2286000"/>
            <a:ext cx="10363200" cy="1143000"/>
          </a:xfrm>
          <a:prstGeom prst="rect">
            <a:avLst/>
          </a:prstGeom>
          <a:solidFill>
            <a:srgbClr val="66CCFF"/>
          </a:solidFill>
          <a:ln w="9525"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u="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4" name="Google Shape;124;p77"/>
          <p:cNvSpPr txBox="1">
            <a:spLocks noGrp="1"/>
          </p:cNvSpPr>
          <p:nvPr>
            <p:ph type="subTitle" idx="1"/>
          </p:nvPr>
        </p:nvSpPr>
        <p:spPr>
          <a:xfrm>
            <a:off x="1828800" y="3886200"/>
            <a:ext cx="8534400" cy="1752600"/>
          </a:xfrm>
          <a:prstGeom prst="rect">
            <a:avLst/>
          </a:prstGeom>
          <a:noFill/>
          <a:ln>
            <a:noFill/>
          </a:ln>
        </p:spPr>
        <p:txBody>
          <a:bodyPr spcFirstLastPara="1" wrap="square" lIns="92075" tIns="46025" rIns="92075" bIns="46025" anchor="t" anchorCtr="0">
            <a:noAutofit/>
          </a:bodyPr>
          <a:lstStyle>
            <a:lvl1pPr lvl="0" algn="ctr">
              <a:lnSpc>
                <a:spcPct val="100000"/>
              </a:lnSpc>
              <a:spcBef>
                <a:spcPts val="640"/>
              </a:spcBef>
              <a:spcAft>
                <a:spcPts val="0"/>
              </a:spcAft>
              <a:buClr>
                <a:srgbClr val="010000"/>
              </a:buClr>
              <a:buSzPts val="3200"/>
              <a:buFont typeface="Noto Sans Symbols"/>
              <a:buNone/>
              <a:defRPr/>
            </a:lvl1pPr>
            <a:lvl2pPr lvl="1" algn="l">
              <a:lnSpc>
                <a:spcPct val="100000"/>
              </a:lnSpc>
              <a:spcBef>
                <a:spcPts val="360"/>
              </a:spcBef>
              <a:spcAft>
                <a:spcPts val="0"/>
              </a:spcAft>
              <a:buClr>
                <a:schemeClr val="dk1"/>
              </a:buClr>
              <a:buSzPts val="1800"/>
              <a:buChar char="⬧"/>
              <a:defRPr/>
            </a:lvl2pPr>
            <a:lvl3pPr lvl="2" algn="l">
              <a:lnSpc>
                <a:spcPct val="100000"/>
              </a:lnSpc>
              <a:spcBef>
                <a:spcPts val="360"/>
              </a:spcBef>
              <a:spcAft>
                <a:spcPts val="0"/>
              </a:spcAft>
              <a:buClr>
                <a:schemeClr val="dk1"/>
              </a:buClr>
              <a:buSzPts val="1800"/>
              <a:buChar char="•"/>
              <a:defRPr/>
            </a:lvl3pPr>
            <a:lvl4pPr lvl="3" algn="l">
              <a:lnSpc>
                <a:spcPct val="100000"/>
              </a:lnSpc>
              <a:spcBef>
                <a:spcPts val="360"/>
              </a:spcBef>
              <a:spcAft>
                <a:spcPts val="0"/>
              </a:spcAft>
              <a:buClr>
                <a:schemeClr val="dk1"/>
              </a:buClr>
              <a:buSzPts val="1800"/>
              <a:buChar char="–"/>
              <a:defRPr/>
            </a:lvl4pPr>
            <a:lvl5pPr lvl="4" algn="l">
              <a:lnSpc>
                <a:spcPct val="100000"/>
              </a:lnSpc>
              <a:spcBef>
                <a:spcPts val="36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125" name="Google Shape;125;p77"/>
          <p:cNvSpPr txBox="1">
            <a:spLocks noGrp="1"/>
          </p:cNvSpPr>
          <p:nvPr>
            <p:ph type="dt" idx="10"/>
          </p:nvPr>
        </p:nvSpPr>
        <p:spPr>
          <a:xfrm>
            <a:off x="177800" y="6257925"/>
            <a:ext cx="2540000" cy="457200"/>
          </a:xfrm>
          <a:prstGeom prst="rect">
            <a:avLst/>
          </a:prstGeom>
          <a:noFill/>
          <a:ln>
            <a:noFill/>
          </a:ln>
        </p:spPr>
        <p:txBody>
          <a:bodyPr spcFirstLastPara="1" wrap="square" lIns="92075" tIns="46025" rIns="92075" bIns="46025"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CC"/>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26" name="Google Shape;126;p77"/>
          <p:cNvSpPr txBox="1"/>
          <p:nvPr/>
        </p:nvSpPr>
        <p:spPr>
          <a:xfrm>
            <a:off x="10621434" y="6257925"/>
            <a:ext cx="18473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33CC"/>
              </a:solidFill>
              <a:latin typeface="Times New Roman"/>
              <a:ea typeface="Times New Roman"/>
              <a:cs typeface="Times New Roman"/>
              <a:sym typeface="Times New Roman"/>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7"/>
        <p:cNvGrpSpPr/>
        <p:nvPr/>
      </p:nvGrpSpPr>
      <p:grpSpPr>
        <a:xfrm>
          <a:off x="0" y="0"/>
          <a:ext cx="0" cy="0"/>
          <a:chOff x="0" y="0"/>
          <a:chExt cx="0" cy="0"/>
        </a:xfrm>
      </p:grpSpPr>
      <p:sp>
        <p:nvSpPr>
          <p:cNvPr id="128" name="Google Shape;128;p78"/>
          <p:cNvSpPr txBox="1">
            <a:spLocks noGrp="1"/>
          </p:cNvSpPr>
          <p:nvPr>
            <p:ph type="title"/>
          </p:nvPr>
        </p:nvSpPr>
        <p:spPr>
          <a:xfrm>
            <a:off x="831851" y="1709739"/>
            <a:ext cx="10515600" cy="2852737"/>
          </a:xfrm>
          <a:prstGeom prst="rect">
            <a:avLst/>
          </a:prstGeom>
          <a:noFill/>
          <a:ln>
            <a:noFill/>
          </a:ln>
        </p:spPr>
        <p:txBody>
          <a:bodyPr spcFirstLastPara="1" wrap="square" lIns="92075" tIns="46025" rIns="92075" bIns="46025" anchor="b" anchorCtr="0">
            <a:noAutofit/>
          </a:bodyPr>
          <a:lstStyle>
            <a:lvl1pPr lvl="0" algn="ctr">
              <a:lnSpc>
                <a:spcPct val="100000"/>
              </a:lnSpc>
              <a:spcBef>
                <a:spcPts val="0"/>
              </a:spcBef>
              <a:spcAft>
                <a:spcPts val="0"/>
              </a:spcAft>
              <a:buSzPts val="1400"/>
              <a:buNone/>
              <a:defRPr sz="6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9" name="Google Shape;129;p78"/>
          <p:cNvSpPr txBox="1">
            <a:spLocks noGrp="1"/>
          </p:cNvSpPr>
          <p:nvPr>
            <p:ph type="body" idx="1"/>
          </p:nvPr>
        </p:nvSpPr>
        <p:spPr>
          <a:xfrm>
            <a:off x="831851" y="4589464"/>
            <a:ext cx="10515600" cy="1500187"/>
          </a:xfrm>
          <a:prstGeom prst="rect">
            <a:avLst/>
          </a:prstGeom>
          <a:noFill/>
          <a:ln>
            <a:noFill/>
          </a:ln>
        </p:spPr>
        <p:txBody>
          <a:bodyPr spcFirstLastPara="1" wrap="square" lIns="92075" tIns="46025" rIns="92075" bIns="46025" anchor="t" anchorCtr="0">
            <a:noAutofit/>
          </a:bodyPr>
          <a:lstStyle>
            <a:lvl1pPr marL="457200" lvl="0" indent="-228600" algn="l">
              <a:lnSpc>
                <a:spcPct val="100000"/>
              </a:lnSpc>
              <a:spcBef>
                <a:spcPts val="480"/>
              </a:spcBef>
              <a:spcAft>
                <a:spcPts val="0"/>
              </a:spcAft>
              <a:buClr>
                <a:srgbClr val="010000"/>
              </a:buClr>
              <a:buSzPts val="2400"/>
              <a:buNone/>
              <a:defRPr sz="2400"/>
            </a:lvl1pPr>
            <a:lvl2pPr marL="914400" lvl="1" indent="-228600" algn="l">
              <a:lnSpc>
                <a:spcPct val="100000"/>
              </a:lnSpc>
              <a:spcBef>
                <a:spcPts val="400"/>
              </a:spcBef>
              <a:spcAft>
                <a:spcPts val="0"/>
              </a:spcAft>
              <a:buClr>
                <a:schemeClr val="dk1"/>
              </a:buClr>
              <a:buSzPts val="2000"/>
              <a:buNone/>
              <a:defRPr sz="2000"/>
            </a:lvl2pPr>
            <a:lvl3pPr marL="1371600" lvl="2" indent="-228600" algn="l">
              <a:lnSpc>
                <a:spcPct val="100000"/>
              </a:lnSpc>
              <a:spcBef>
                <a:spcPts val="360"/>
              </a:spcBef>
              <a:spcAft>
                <a:spcPts val="0"/>
              </a:spcAft>
              <a:buClr>
                <a:schemeClr val="dk1"/>
              </a:buClr>
              <a:buSzPts val="1800"/>
              <a:buFont typeface="Times New Roman"/>
              <a:buNone/>
              <a:defRPr sz="1800"/>
            </a:lvl3pPr>
            <a:lvl4pPr marL="1828800" lvl="3" indent="-228600" algn="l">
              <a:lnSpc>
                <a:spcPct val="100000"/>
              </a:lnSpc>
              <a:spcBef>
                <a:spcPts val="320"/>
              </a:spcBef>
              <a:spcAft>
                <a:spcPts val="0"/>
              </a:spcAft>
              <a:buClr>
                <a:schemeClr val="dk1"/>
              </a:buClr>
              <a:buSzPts val="1600"/>
              <a:buFont typeface="Times New Roman"/>
              <a:buNone/>
              <a:defRPr sz="1600"/>
            </a:lvl4pPr>
            <a:lvl5pPr marL="2286000" lvl="4" indent="-228600" algn="l">
              <a:lnSpc>
                <a:spcPct val="100000"/>
              </a:lnSpc>
              <a:spcBef>
                <a:spcPts val="320"/>
              </a:spcBef>
              <a:spcAft>
                <a:spcPts val="0"/>
              </a:spcAft>
              <a:buClr>
                <a:schemeClr val="dk1"/>
              </a:buClr>
              <a:buSzPts val="1600"/>
              <a:buFont typeface="Times New Roman"/>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130" name="Google Shape;130;p78"/>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78"/>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2"/>
        <p:cNvGrpSpPr/>
        <p:nvPr/>
      </p:nvGrpSpPr>
      <p:grpSpPr>
        <a:xfrm>
          <a:off x="0" y="0"/>
          <a:ext cx="0" cy="0"/>
          <a:chOff x="0" y="0"/>
          <a:chExt cx="0" cy="0"/>
        </a:xfrm>
      </p:grpSpPr>
      <p:sp>
        <p:nvSpPr>
          <p:cNvPr id="133" name="Google Shape;133;p79"/>
          <p:cNvSpPr txBox="1">
            <a:spLocks noGrp="1"/>
          </p:cNvSpPr>
          <p:nvPr>
            <p:ph type="title"/>
          </p:nvPr>
        </p:nvSpPr>
        <p:spPr>
          <a:xfrm>
            <a:off x="1" y="0"/>
            <a:ext cx="12189884" cy="9144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4" name="Google Shape;134;p79"/>
          <p:cNvSpPr txBox="1">
            <a:spLocks noGrp="1"/>
          </p:cNvSpPr>
          <p:nvPr>
            <p:ph type="body" idx="1"/>
          </p:nvPr>
        </p:nvSpPr>
        <p:spPr>
          <a:xfrm>
            <a:off x="406400" y="1219200"/>
            <a:ext cx="5537200" cy="4876800"/>
          </a:xfrm>
          <a:prstGeom prst="rect">
            <a:avLst/>
          </a:prstGeom>
          <a:noFill/>
          <a:ln>
            <a:noFill/>
          </a:ln>
        </p:spPr>
        <p:txBody>
          <a:bodyPr spcFirstLastPara="1" wrap="square" lIns="92075" tIns="46025" rIns="92075" bIns="46025" anchor="t" anchorCtr="0">
            <a:noAutofit/>
          </a:bodyPr>
          <a:lstStyle>
            <a:lvl1pPr marL="457200" lvl="0" indent="-342900" algn="l">
              <a:lnSpc>
                <a:spcPct val="100000"/>
              </a:lnSpc>
              <a:spcBef>
                <a:spcPts val="360"/>
              </a:spcBef>
              <a:spcAft>
                <a:spcPts val="0"/>
              </a:spcAft>
              <a:buClr>
                <a:srgbClr val="010000"/>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5" name="Google Shape;135;p79"/>
          <p:cNvSpPr txBox="1">
            <a:spLocks noGrp="1"/>
          </p:cNvSpPr>
          <p:nvPr>
            <p:ph type="body" idx="2"/>
          </p:nvPr>
        </p:nvSpPr>
        <p:spPr>
          <a:xfrm>
            <a:off x="6146800" y="1219200"/>
            <a:ext cx="5537200" cy="4876800"/>
          </a:xfrm>
          <a:prstGeom prst="rect">
            <a:avLst/>
          </a:prstGeom>
          <a:noFill/>
          <a:ln>
            <a:noFill/>
          </a:ln>
        </p:spPr>
        <p:txBody>
          <a:bodyPr spcFirstLastPara="1" wrap="square" lIns="92075" tIns="46025" rIns="92075" bIns="46025" anchor="t" anchorCtr="0">
            <a:noAutofit/>
          </a:bodyPr>
          <a:lstStyle>
            <a:lvl1pPr marL="457200" lvl="0" indent="-342900" algn="l">
              <a:lnSpc>
                <a:spcPct val="100000"/>
              </a:lnSpc>
              <a:spcBef>
                <a:spcPts val="360"/>
              </a:spcBef>
              <a:spcAft>
                <a:spcPts val="0"/>
              </a:spcAft>
              <a:buClr>
                <a:srgbClr val="010000"/>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6" name="Google Shape;136;p79"/>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79"/>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8"/>
        <p:cNvGrpSpPr/>
        <p:nvPr/>
      </p:nvGrpSpPr>
      <p:grpSpPr>
        <a:xfrm>
          <a:off x="0" y="0"/>
          <a:ext cx="0" cy="0"/>
          <a:chOff x="0" y="0"/>
          <a:chExt cx="0" cy="0"/>
        </a:xfrm>
      </p:grpSpPr>
      <p:sp>
        <p:nvSpPr>
          <p:cNvPr id="139" name="Google Shape;139;p80"/>
          <p:cNvSpPr txBox="1">
            <a:spLocks noGrp="1"/>
          </p:cNvSpPr>
          <p:nvPr>
            <p:ph type="title"/>
          </p:nvPr>
        </p:nvSpPr>
        <p:spPr>
          <a:xfrm>
            <a:off x="840317" y="365126"/>
            <a:ext cx="10515600" cy="1325563"/>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40" name="Google Shape;140;p80"/>
          <p:cNvSpPr txBox="1">
            <a:spLocks noGrp="1"/>
          </p:cNvSpPr>
          <p:nvPr>
            <p:ph type="body" idx="1"/>
          </p:nvPr>
        </p:nvSpPr>
        <p:spPr>
          <a:xfrm>
            <a:off x="840318" y="1681163"/>
            <a:ext cx="5158316" cy="823912"/>
          </a:xfrm>
          <a:prstGeom prst="rect">
            <a:avLst/>
          </a:prstGeom>
          <a:noFill/>
          <a:ln>
            <a:noFill/>
          </a:ln>
        </p:spPr>
        <p:txBody>
          <a:bodyPr spcFirstLastPara="1" wrap="square" lIns="92075" tIns="46025" rIns="92075" bIns="46025" anchor="b" anchorCtr="0">
            <a:noAutofit/>
          </a:bodyPr>
          <a:lstStyle>
            <a:lvl1pPr marL="457200" lvl="0" indent="-228600" algn="l">
              <a:lnSpc>
                <a:spcPct val="100000"/>
              </a:lnSpc>
              <a:spcBef>
                <a:spcPts val="480"/>
              </a:spcBef>
              <a:spcAft>
                <a:spcPts val="0"/>
              </a:spcAft>
              <a:buClr>
                <a:srgbClr val="010000"/>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1" name="Google Shape;141;p80"/>
          <p:cNvSpPr txBox="1">
            <a:spLocks noGrp="1"/>
          </p:cNvSpPr>
          <p:nvPr>
            <p:ph type="body" idx="2"/>
          </p:nvPr>
        </p:nvSpPr>
        <p:spPr>
          <a:xfrm>
            <a:off x="840318" y="2505075"/>
            <a:ext cx="5158316" cy="3684588"/>
          </a:xfrm>
          <a:prstGeom prst="rect">
            <a:avLst/>
          </a:prstGeom>
          <a:noFill/>
          <a:ln>
            <a:noFill/>
          </a:ln>
        </p:spPr>
        <p:txBody>
          <a:bodyPr spcFirstLastPara="1" wrap="square" lIns="92075" tIns="46025" rIns="92075" bIns="46025" anchor="t" anchorCtr="0">
            <a:noAutofit/>
          </a:bodyPr>
          <a:lstStyle>
            <a:lvl1pPr marL="457200" lvl="0" indent="-342900" algn="l">
              <a:lnSpc>
                <a:spcPct val="100000"/>
              </a:lnSpc>
              <a:spcBef>
                <a:spcPts val="360"/>
              </a:spcBef>
              <a:spcAft>
                <a:spcPts val="0"/>
              </a:spcAft>
              <a:buClr>
                <a:srgbClr val="010000"/>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p80"/>
          <p:cNvSpPr txBox="1">
            <a:spLocks noGrp="1"/>
          </p:cNvSpPr>
          <p:nvPr>
            <p:ph type="body" idx="3"/>
          </p:nvPr>
        </p:nvSpPr>
        <p:spPr>
          <a:xfrm>
            <a:off x="6172200" y="1681163"/>
            <a:ext cx="5183717" cy="823912"/>
          </a:xfrm>
          <a:prstGeom prst="rect">
            <a:avLst/>
          </a:prstGeom>
          <a:noFill/>
          <a:ln>
            <a:noFill/>
          </a:ln>
        </p:spPr>
        <p:txBody>
          <a:bodyPr spcFirstLastPara="1" wrap="square" lIns="92075" tIns="46025" rIns="92075" bIns="46025" anchor="b" anchorCtr="0">
            <a:noAutofit/>
          </a:bodyPr>
          <a:lstStyle>
            <a:lvl1pPr marL="457200" lvl="0" indent="-228600" algn="l">
              <a:lnSpc>
                <a:spcPct val="100000"/>
              </a:lnSpc>
              <a:spcBef>
                <a:spcPts val="480"/>
              </a:spcBef>
              <a:spcAft>
                <a:spcPts val="0"/>
              </a:spcAft>
              <a:buClr>
                <a:srgbClr val="010000"/>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3" name="Google Shape;143;p80"/>
          <p:cNvSpPr txBox="1">
            <a:spLocks noGrp="1"/>
          </p:cNvSpPr>
          <p:nvPr>
            <p:ph type="body" idx="4"/>
          </p:nvPr>
        </p:nvSpPr>
        <p:spPr>
          <a:xfrm>
            <a:off x="6172200" y="2505075"/>
            <a:ext cx="5183717" cy="3684588"/>
          </a:xfrm>
          <a:prstGeom prst="rect">
            <a:avLst/>
          </a:prstGeom>
          <a:noFill/>
          <a:ln>
            <a:noFill/>
          </a:ln>
        </p:spPr>
        <p:txBody>
          <a:bodyPr spcFirstLastPara="1" wrap="square" lIns="92075" tIns="46025" rIns="92075" bIns="46025" anchor="t" anchorCtr="0">
            <a:noAutofit/>
          </a:bodyPr>
          <a:lstStyle>
            <a:lvl1pPr marL="457200" lvl="0" indent="-342900" algn="l">
              <a:lnSpc>
                <a:spcPct val="100000"/>
              </a:lnSpc>
              <a:spcBef>
                <a:spcPts val="360"/>
              </a:spcBef>
              <a:spcAft>
                <a:spcPts val="0"/>
              </a:spcAft>
              <a:buClr>
                <a:srgbClr val="010000"/>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80"/>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80"/>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6"/>
        <p:cNvGrpSpPr/>
        <p:nvPr/>
      </p:nvGrpSpPr>
      <p:grpSpPr>
        <a:xfrm>
          <a:off x="0" y="0"/>
          <a:ext cx="0" cy="0"/>
          <a:chOff x="0" y="0"/>
          <a:chExt cx="0" cy="0"/>
        </a:xfrm>
      </p:grpSpPr>
      <p:sp>
        <p:nvSpPr>
          <p:cNvPr id="147" name="Google Shape;147;p81"/>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81"/>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9"/>
        <p:cNvGrpSpPr/>
        <p:nvPr/>
      </p:nvGrpSpPr>
      <p:grpSpPr>
        <a:xfrm>
          <a:off x="0" y="0"/>
          <a:ext cx="0" cy="0"/>
          <a:chOff x="0" y="0"/>
          <a:chExt cx="0" cy="0"/>
        </a:xfrm>
      </p:grpSpPr>
      <p:sp>
        <p:nvSpPr>
          <p:cNvPr id="150" name="Google Shape;150;p82"/>
          <p:cNvSpPr txBox="1">
            <a:spLocks noGrp="1"/>
          </p:cNvSpPr>
          <p:nvPr>
            <p:ph type="title"/>
          </p:nvPr>
        </p:nvSpPr>
        <p:spPr>
          <a:xfrm>
            <a:off x="840318" y="457200"/>
            <a:ext cx="3932767" cy="1600200"/>
          </a:xfrm>
          <a:prstGeom prst="rect">
            <a:avLst/>
          </a:prstGeom>
          <a:noFill/>
          <a:ln>
            <a:noFill/>
          </a:ln>
        </p:spPr>
        <p:txBody>
          <a:bodyPr spcFirstLastPara="1" wrap="square" lIns="92075" tIns="46025" rIns="92075" bIns="46025" anchor="b" anchorCtr="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51" name="Google Shape;151;p82"/>
          <p:cNvSpPr txBox="1">
            <a:spLocks noGrp="1"/>
          </p:cNvSpPr>
          <p:nvPr>
            <p:ph type="body" idx="1"/>
          </p:nvPr>
        </p:nvSpPr>
        <p:spPr>
          <a:xfrm>
            <a:off x="5183717" y="987426"/>
            <a:ext cx="6172200" cy="4873625"/>
          </a:xfrm>
          <a:prstGeom prst="rect">
            <a:avLst/>
          </a:prstGeom>
          <a:noFill/>
          <a:ln>
            <a:noFill/>
          </a:ln>
        </p:spPr>
        <p:txBody>
          <a:bodyPr spcFirstLastPara="1" wrap="square" lIns="92075" tIns="46025" rIns="92075" bIns="46025" anchor="t" anchorCtr="0">
            <a:noAutofit/>
          </a:bodyPr>
          <a:lstStyle>
            <a:lvl1pPr marL="457200" lvl="0" indent="-431800" algn="l">
              <a:lnSpc>
                <a:spcPct val="100000"/>
              </a:lnSpc>
              <a:spcBef>
                <a:spcPts val="640"/>
              </a:spcBef>
              <a:spcAft>
                <a:spcPts val="0"/>
              </a:spcAft>
              <a:buClr>
                <a:srgbClr val="010000"/>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Font typeface="Times New Roman"/>
              <a:buChar char="•"/>
              <a:defRPr sz="2400"/>
            </a:lvl3pPr>
            <a:lvl4pPr marL="1828800" lvl="3" indent="-355600" algn="l">
              <a:lnSpc>
                <a:spcPct val="100000"/>
              </a:lnSpc>
              <a:spcBef>
                <a:spcPts val="400"/>
              </a:spcBef>
              <a:spcAft>
                <a:spcPts val="0"/>
              </a:spcAft>
              <a:buClr>
                <a:schemeClr val="dk1"/>
              </a:buClr>
              <a:buSzPts val="2000"/>
              <a:buFont typeface="Times New Roman"/>
              <a:buChar char="–"/>
              <a:defRPr sz="2000"/>
            </a:lvl4pPr>
            <a:lvl5pPr marL="2286000" lvl="4" indent="-355600" algn="l">
              <a:lnSpc>
                <a:spcPct val="100000"/>
              </a:lnSpc>
              <a:spcBef>
                <a:spcPts val="400"/>
              </a:spcBef>
              <a:spcAft>
                <a:spcPts val="0"/>
              </a:spcAft>
              <a:buClr>
                <a:schemeClr val="dk1"/>
              </a:buClr>
              <a:buSzPts val="2000"/>
              <a:buFont typeface="Times New Roman"/>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52" name="Google Shape;152;p82"/>
          <p:cNvSpPr txBox="1">
            <a:spLocks noGrp="1"/>
          </p:cNvSpPr>
          <p:nvPr>
            <p:ph type="body" idx="2"/>
          </p:nvPr>
        </p:nvSpPr>
        <p:spPr>
          <a:xfrm>
            <a:off x="840318" y="2057400"/>
            <a:ext cx="3932767" cy="3811588"/>
          </a:xfrm>
          <a:prstGeom prst="rect">
            <a:avLst/>
          </a:prstGeom>
          <a:noFill/>
          <a:ln>
            <a:noFill/>
          </a:ln>
        </p:spPr>
        <p:txBody>
          <a:bodyPr spcFirstLastPara="1" wrap="square" lIns="92075" tIns="46025" rIns="92075" bIns="46025" anchor="t" anchorCtr="0">
            <a:noAutofit/>
          </a:bodyPr>
          <a:lstStyle>
            <a:lvl1pPr marL="457200" lvl="0" indent="-228600" algn="l">
              <a:lnSpc>
                <a:spcPct val="100000"/>
              </a:lnSpc>
              <a:spcBef>
                <a:spcPts val="320"/>
              </a:spcBef>
              <a:spcAft>
                <a:spcPts val="0"/>
              </a:spcAft>
              <a:buClr>
                <a:srgbClr val="010000"/>
              </a:buClr>
              <a:buSzPts val="1600"/>
              <a:buNone/>
              <a:defRPr sz="1600"/>
            </a:lvl1pPr>
            <a:lvl2pPr marL="914400" lvl="1" indent="-228600" algn="l">
              <a:lnSpc>
                <a:spcPct val="100000"/>
              </a:lnSpc>
              <a:spcBef>
                <a:spcPts val="280"/>
              </a:spcBef>
              <a:spcAft>
                <a:spcPts val="0"/>
              </a:spcAft>
              <a:buClr>
                <a:schemeClr val="dk1"/>
              </a:buClr>
              <a:buSzPts val="1400"/>
              <a:buNone/>
              <a:defRPr sz="1400"/>
            </a:lvl2pPr>
            <a:lvl3pPr marL="1371600" lvl="2" indent="-228600" algn="l">
              <a:lnSpc>
                <a:spcPct val="100000"/>
              </a:lnSpc>
              <a:spcBef>
                <a:spcPts val="240"/>
              </a:spcBef>
              <a:spcAft>
                <a:spcPts val="0"/>
              </a:spcAft>
              <a:buClr>
                <a:schemeClr val="dk1"/>
              </a:buClr>
              <a:buSzPts val="1200"/>
              <a:buFont typeface="Times New Roman"/>
              <a:buNone/>
              <a:defRPr sz="1200"/>
            </a:lvl3pPr>
            <a:lvl4pPr marL="1828800" lvl="3" indent="-228600" algn="l">
              <a:lnSpc>
                <a:spcPct val="100000"/>
              </a:lnSpc>
              <a:spcBef>
                <a:spcPts val="200"/>
              </a:spcBef>
              <a:spcAft>
                <a:spcPts val="0"/>
              </a:spcAft>
              <a:buClr>
                <a:schemeClr val="dk1"/>
              </a:buClr>
              <a:buSzPts val="1000"/>
              <a:buFont typeface="Times New Roman"/>
              <a:buNone/>
              <a:defRPr sz="1000"/>
            </a:lvl4pPr>
            <a:lvl5pPr marL="2286000" lvl="4" indent="-228600" algn="l">
              <a:lnSpc>
                <a:spcPct val="100000"/>
              </a:lnSpc>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3" name="Google Shape;153;p82"/>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82"/>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5"/>
        <p:cNvGrpSpPr/>
        <p:nvPr/>
      </p:nvGrpSpPr>
      <p:grpSpPr>
        <a:xfrm>
          <a:off x="0" y="0"/>
          <a:ext cx="0" cy="0"/>
          <a:chOff x="0" y="0"/>
          <a:chExt cx="0" cy="0"/>
        </a:xfrm>
      </p:grpSpPr>
      <p:sp>
        <p:nvSpPr>
          <p:cNvPr id="156" name="Google Shape;156;p83"/>
          <p:cNvSpPr txBox="1">
            <a:spLocks noGrp="1"/>
          </p:cNvSpPr>
          <p:nvPr>
            <p:ph type="title"/>
          </p:nvPr>
        </p:nvSpPr>
        <p:spPr>
          <a:xfrm>
            <a:off x="840318" y="457200"/>
            <a:ext cx="3932767" cy="1600200"/>
          </a:xfrm>
          <a:prstGeom prst="rect">
            <a:avLst/>
          </a:prstGeom>
          <a:noFill/>
          <a:ln>
            <a:noFill/>
          </a:ln>
        </p:spPr>
        <p:txBody>
          <a:bodyPr spcFirstLastPara="1" wrap="square" lIns="92075" tIns="46025" rIns="92075" bIns="46025" anchor="b" anchorCtr="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57" name="Google Shape;157;p83"/>
          <p:cNvSpPr>
            <a:spLocks noGrp="1"/>
          </p:cNvSpPr>
          <p:nvPr>
            <p:ph type="pic" idx="2"/>
          </p:nvPr>
        </p:nvSpPr>
        <p:spPr>
          <a:xfrm>
            <a:off x="5183717" y="987426"/>
            <a:ext cx="6172200" cy="4873625"/>
          </a:xfrm>
          <a:prstGeom prst="rect">
            <a:avLst/>
          </a:prstGeom>
          <a:noFill/>
          <a:ln>
            <a:noFill/>
          </a:ln>
        </p:spPr>
      </p:sp>
      <p:sp>
        <p:nvSpPr>
          <p:cNvPr id="158" name="Google Shape;158;p83"/>
          <p:cNvSpPr txBox="1">
            <a:spLocks noGrp="1"/>
          </p:cNvSpPr>
          <p:nvPr>
            <p:ph type="body" idx="1"/>
          </p:nvPr>
        </p:nvSpPr>
        <p:spPr>
          <a:xfrm>
            <a:off x="840318" y="2057400"/>
            <a:ext cx="3932767" cy="3811588"/>
          </a:xfrm>
          <a:prstGeom prst="rect">
            <a:avLst/>
          </a:prstGeom>
          <a:noFill/>
          <a:ln>
            <a:noFill/>
          </a:ln>
        </p:spPr>
        <p:txBody>
          <a:bodyPr spcFirstLastPara="1" wrap="square" lIns="92075" tIns="46025" rIns="92075" bIns="46025" anchor="t" anchorCtr="0">
            <a:noAutofit/>
          </a:bodyPr>
          <a:lstStyle>
            <a:lvl1pPr marL="457200" lvl="0" indent="-228600" algn="l">
              <a:lnSpc>
                <a:spcPct val="100000"/>
              </a:lnSpc>
              <a:spcBef>
                <a:spcPts val="320"/>
              </a:spcBef>
              <a:spcAft>
                <a:spcPts val="0"/>
              </a:spcAft>
              <a:buClr>
                <a:srgbClr val="010000"/>
              </a:buClr>
              <a:buSzPts val="1600"/>
              <a:buNone/>
              <a:defRPr sz="1600"/>
            </a:lvl1pPr>
            <a:lvl2pPr marL="914400" lvl="1" indent="-228600" algn="l">
              <a:lnSpc>
                <a:spcPct val="100000"/>
              </a:lnSpc>
              <a:spcBef>
                <a:spcPts val="280"/>
              </a:spcBef>
              <a:spcAft>
                <a:spcPts val="0"/>
              </a:spcAft>
              <a:buClr>
                <a:schemeClr val="dk1"/>
              </a:buClr>
              <a:buSzPts val="1400"/>
              <a:buNone/>
              <a:defRPr sz="1400"/>
            </a:lvl2pPr>
            <a:lvl3pPr marL="1371600" lvl="2" indent="-228600" algn="l">
              <a:lnSpc>
                <a:spcPct val="100000"/>
              </a:lnSpc>
              <a:spcBef>
                <a:spcPts val="240"/>
              </a:spcBef>
              <a:spcAft>
                <a:spcPts val="0"/>
              </a:spcAft>
              <a:buClr>
                <a:schemeClr val="dk1"/>
              </a:buClr>
              <a:buSzPts val="1200"/>
              <a:buFont typeface="Times New Roman"/>
              <a:buNone/>
              <a:defRPr sz="1200"/>
            </a:lvl3pPr>
            <a:lvl4pPr marL="1828800" lvl="3" indent="-228600" algn="l">
              <a:lnSpc>
                <a:spcPct val="100000"/>
              </a:lnSpc>
              <a:spcBef>
                <a:spcPts val="200"/>
              </a:spcBef>
              <a:spcAft>
                <a:spcPts val="0"/>
              </a:spcAft>
              <a:buClr>
                <a:schemeClr val="dk1"/>
              </a:buClr>
              <a:buSzPts val="1000"/>
              <a:buFont typeface="Times New Roman"/>
              <a:buNone/>
              <a:defRPr sz="1000"/>
            </a:lvl4pPr>
            <a:lvl5pPr marL="2286000" lvl="4" indent="-228600" algn="l">
              <a:lnSpc>
                <a:spcPct val="100000"/>
              </a:lnSpc>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9" name="Google Shape;159;p83"/>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83"/>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61"/>
        <p:cNvGrpSpPr/>
        <p:nvPr/>
      </p:nvGrpSpPr>
      <p:grpSpPr>
        <a:xfrm>
          <a:off x="0" y="0"/>
          <a:ext cx="0" cy="0"/>
          <a:chOff x="0" y="0"/>
          <a:chExt cx="0" cy="0"/>
        </a:xfrm>
      </p:grpSpPr>
      <p:sp>
        <p:nvSpPr>
          <p:cNvPr id="162" name="Google Shape;162;p84"/>
          <p:cNvSpPr txBox="1">
            <a:spLocks noGrp="1"/>
          </p:cNvSpPr>
          <p:nvPr>
            <p:ph type="title"/>
          </p:nvPr>
        </p:nvSpPr>
        <p:spPr>
          <a:xfrm>
            <a:off x="1" y="0"/>
            <a:ext cx="12189884" cy="9144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63" name="Google Shape;163;p84"/>
          <p:cNvSpPr txBox="1">
            <a:spLocks noGrp="1"/>
          </p:cNvSpPr>
          <p:nvPr>
            <p:ph type="body" idx="1"/>
          </p:nvPr>
        </p:nvSpPr>
        <p:spPr>
          <a:xfrm rot="5400000">
            <a:off x="3606800" y="-1981200"/>
            <a:ext cx="4876800" cy="11277600"/>
          </a:xfrm>
          <a:prstGeom prst="rect">
            <a:avLst/>
          </a:prstGeom>
          <a:noFill/>
          <a:ln>
            <a:noFill/>
          </a:ln>
        </p:spPr>
        <p:txBody>
          <a:bodyPr spcFirstLastPara="1" wrap="square" lIns="92075" tIns="46025" rIns="92075" bIns="46025" anchor="t" anchorCtr="0">
            <a:noAutofit/>
          </a:bodyPr>
          <a:lstStyle>
            <a:lvl1pPr marL="457200" lvl="0" indent="-342900" algn="l">
              <a:lnSpc>
                <a:spcPct val="100000"/>
              </a:lnSpc>
              <a:spcBef>
                <a:spcPts val="360"/>
              </a:spcBef>
              <a:spcAft>
                <a:spcPts val="0"/>
              </a:spcAft>
              <a:buClr>
                <a:srgbClr val="010000"/>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4" name="Google Shape;164;p84"/>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84"/>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6"/>
        <p:cNvGrpSpPr/>
        <p:nvPr/>
      </p:nvGrpSpPr>
      <p:grpSpPr>
        <a:xfrm>
          <a:off x="0" y="0"/>
          <a:ext cx="0" cy="0"/>
          <a:chOff x="0" y="0"/>
          <a:chExt cx="0" cy="0"/>
        </a:xfrm>
      </p:grpSpPr>
      <p:sp>
        <p:nvSpPr>
          <p:cNvPr id="167" name="Google Shape;167;p85"/>
          <p:cNvSpPr txBox="1">
            <a:spLocks noGrp="1"/>
          </p:cNvSpPr>
          <p:nvPr>
            <p:ph type="title"/>
          </p:nvPr>
        </p:nvSpPr>
        <p:spPr>
          <a:xfrm rot="5400000">
            <a:off x="7618943" y="1525058"/>
            <a:ext cx="6096000" cy="3045884"/>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68" name="Google Shape;168;p85"/>
          <p:cNvSpPr txBox="1">
            <a:spLocks noGrp="1"/>
          </p:cNvSpPr>
          <p:nvPr>
            <p:ph type="body" idx="1"/>
          </p:nvPr>
        </p:nvSpPr>
        <p:spPr>
          <a:xfrm rot="5400000">
            <a:off x="1422400" y="-1422400"/>
            <a:ext cx="6096000" cy="8940800"/>
          </a:xfrm>
          <a:prstGeom prst="rect">
            <a:avLst/>
          </a:prstGeom>
          <a:noFill/>
          <a:ln>
            <a:noFill/>
          </a:ln>
        </p:spPr>
        <p:txBody>
          <a:bodyPr spcFirstLastPara="1" wrap="square" lIns="92075" tIns="46025" rIns="92075" bIns="46025" anchor="t" anchorCtr="0">
            <a:noAutofit/>
          </a:bodyPr>
          <a:lstStyle>
            <a:lvl1pPr marL="457200" lvl="0" indent="-342900" algn="l">
              <a:lnSpc>
                <a:spcPct val="100000"/>
              </a:lnSpc>
              <a:spcBef>
                <a:spcPts val="360"/>
              </a:spcBef>
              <a:spcAft>
                <a:spcPts val="0"/>
              </a:spcAft>
              <a:buClr>
                <a:srgbClr val="010000"/>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9" name="Google Shape;169;p85"/>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85"/>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179"/>
        <p:cNvGrpSpPr/>
        <p:nvPr/>
      </p:nvGrpSpPr>
      <p:grpSpPr>
        <a:xfrm>
          <a:off x="0" y="0"/>
          <a:ext cx="0" cy="0"/>
          <a:chOff x="0" y="0"/>
          <a:chExt cx="0" cy="0"/>
        </a:xfrm>
      </p:grpSpPr>
      <p:sp>
        <p:nvSpPr>
          <p:cNvPr id="180" name="Google Shape;180;p65"/>
          <p:cNvSpPr txBox="1">
            <a:spLocks noGrp="1"/>
          </p:cNvSpPr>
          <p:nvPr>
            <p:ph type="title"/>
          </p:nvPr>
        </p:nvSpPr>
        <p:spPr>
          <a:xfrm>
            <a:off x="1625600" y="0"/>
            <a:ext cx="103632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1" name="Google Shape;181;p65"/>
          <p:cNvSpPr txBox="1">
            <a:spLocks noGrp="1"/>
          </p:cNvSpPr>
          <p:nvPr>
            <p:ph type="body" idx="1"/>
          </p:nvPr>
        </p:nvSpPr>
        <p:spPr>
          <a:xfrm>
            <a:off x="914400" y="1371600"/>
            <a:ext cx="5080000" cy="48910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14325" algn="l">
              <a:lnSpc>
                <a:spcPct val="100000"/>
              </a:lnSpc>
              <a:spcBef>
                <a:spcPts val="360"/>
              </a:spcBef>
              <a:spcAft>
                <a:spcPts val="0"/>
              </a:spcAft>
              <a:buClr>
                <a:schemeClr val="dk1"/>
              </a:buClr>
              <a:buSzPts val="135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2" name="Google Shape;182;p65"/>
          <p:cNvSpPr txBox="1">
            <a:spLocks noGrp="1"/>
          </p:cNvSpPr>
          <p:nvPr>
            <p:ph type="body" idx="2"/>
          </p:nvPr>
        </p:nvSpPr>
        <p:spPr>
          <a:xfrm>
            <a:off x="6197600" y="1371600"/>
            <a:ext cx="5080000" cy="48910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14325" algn="l">
              <a:lnSpc>
                <a:spcPct val="100000"/>
              </a:lnSpc>
              <a:spcBef>
                <a:spcPts val="360"/>
              </a:spcBef>
              <a:spcAft>
                <a:spcPts val="0"/>
              </a:spcAft>
              <a:buClr>
                <a:schemeClr val="dk1"/>
              </a:buClr>
              <a:buSzPts val="135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3" name="Google Shape;183;p65"/>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65"/>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65"/>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6"/>
        <p:cNvGrpSpPr/>
        <p:nvPr/>
      </p:nvGrpSpPr>
      <p:grpSpPr>
        <a:xfrm>
          <a:off x="0" y="0"/>
          <a:ext cx="0" cy="0"/>
          <a:chOff x="0" y="0"/>
          <a:chExt cx="0" cy="0"/>
        </a:xfrm>
      </p:grpSpPr>
      <p:sp>
        <p:nvSpPr>
          <p:cNvPr id="187" name="Google Shape;187;p66"/>
          <p:cNvSpPr txBox="1">
            <a:spLocks noGrp="1"/>
          </p:cNvSpPr>
          <p:nvPr>
            <p:ph type="title"/>
          </p:nvPr>
        </p:nvSpPr>
        <p:spPr>
          <a:xfrm>
            <a:off x="1625600" y="0"/>
            <a:ext cx="103632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8" name="Google Shape;188;p66"/>
          <p:cNvSpPr txBox="1">
            <a:spLocks noGrp="1"/>
          </p:cNvSpPr>
          <p:nvPr>
            <p:ph type="body" idx="1"/>
          </p:nvPr>
        </p:nvSpPr>
        <p:spPr>
          <a:xfrm>
            <a:off x="914400" y="1371600"/>
            <a:ext cx="10363200" cy="48910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14325" algn="l">
              <a:lnSpc>
                <a:spcPct val="100000"/>
              </a:lnSpc>
              <a:spcBef>
                <a:spcPts val="360"/>
              </a:spcBef>
              <a:spcAft>
                <a:spcPts val="0"/>
              </a:spcAft>
              <a:buClr>
                <a:schemeClr val="dk1"/>
              </a:buClr>
              <a:buSzPts val="135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9" name="Google Shape;189;p66"/>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66"/>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66"/>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lt1"/>
        </a:solidFill>
        <a:effectLst/>
      </p:bgPr>
    </p:bg>
    <p:spTree>
      <p:nvGrpSpPr>
        <p:cNvPr id="1" name="Shape 192"/>
        <p:cNvGrpSpPr/>
        <p:nvPr/>
      </p:nvGrpSpPr>
      <p:grpSpPr>
        <a:xfrm>
          <a:off x="0" y="0"/>
          <a:ext cx="0" cy="0"/>
          <a:chOff x="0" y="0"/>
          <a:chExt cx="0" cy="0"/>
        </a:xfrm>
      </p:grpSpPr>
      <p:sp>
        <p:nvSpPr>
          <p:cNvPr id="193" name="Google Shape;193;p86"/>
          <p:cNvSpPr/>
          <p:nvPr/>
        </p:nvSpPr>
        <p:spPr>
          <a:xfrm>
            <a:off x="2336800" y="1600200"/>
            <a:ext cx="9855200" cy="5257800"/>
          </a:xfrm>
          <a:prstGeom prst="rect">
            <a:avLst/>
          </a:prstGeom>
          <a:gradFill>
            <a:gsLst>
              <a:gs pos="0">
                <a:schemeClr val="lt2"/>
              </a:gs>
              <a:gs pos="50000">
                <a:schemeClr val="lt1"/>
              </a:gs>
              <a:gs pos="100000">
                <a:schemeClr val="lt2"/>
              </a:gs>
            </a:gsLst>
            <a:lin ang="27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194" name="Google Shape;194;p86"/>
          <p:cNvSpPr txBox="1">
            <a:spLocks noGrp="1"/>
          </p:cNvSpPr>
          <p:nvPr>
            <p:ph type="ctrTitle"/>
          </p:nvPr>
        </p:nvSpPr>
        <p:spPr>
          <a:xfrm>
            <a:off x="2641600" y="1676400"/>
            <a:ext cx="9245600" cy="2362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5" name="Google Shape;195;p86"/>
          <p:cNvSpPr txBox="1">
            <a:spLocks noGrp="1"/>
          </p:cNvSpPr>
          <p:nvPr>
            <p:ph type="subTitle" idx="1"/>
          </p:nvPr>
        </p:nvSpPr>
        <p:spPr>
          <a:xfrm>
            <a:off x="2438400" y="4343400"/>
            <a:ext cx="9245600" cy="1295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480"/>
              </a:spcBef>
              <a:spcAft>
                <a:spcPts val="0"/>
              </a:spcAft>
              <a:buClr>
                <a:schemeClr val="dk1"/>
              </a:buClr>
              <a:buSzPts val="2400"/>
              <a:buFont typeface="Georgia"/>
              <a:buNone/>
              <a:defRPr sz="2400"/>
            </a:lvl1pPr>
            <a:lvl2pPr lvl="1" algn="l">
              <a:lnSpc>
                <a:spcPct val="100000"/>
              </a:lnSpc>
              <a:spcBef>
                <a:spcPts val="360"/>
              </a:spcBef>
              <a:spcAft>
                <a:spcPts val="0"/>
              </a:spcAft>
              <a:buClr>
                <a:schemeClr val="dk1"/>
              </a:buClr>
              <a:buSzPts val="1350"/>
              <a:buChar char="•"/>
              <a:defRPr/>
            </a:lvl2pPr>
            <a:lvl3pPr lvl="2" algn="l">
              <a:lnSpc>
                <a:spcPct val="100000"/>
              </a:lnSpc>
              <a:spcBef>
                <a:spcPts val="360"/>
              </a:spcBef>
              <a:spcAft>
                <a:spcPts val="0"/>
              </a:spcAft>
              <a:buClr>
                <a:schemeClr val="dk1"/>
              </a:buClr>
              <a:buSzPts val="1800"/>
              <a:buChar char="•"/>
              <a:defRPr/>
            </a:lvl3pPr>
            <a:lvl4pPr lvl="3" algn="l">
              <a:lnSpc>
                <a:spcPct val="100000"/>
              </a:lnSpc>
              <a:spcBef>
                <a:spcPts val="360"/>
              </a:spcBef>
              <a:spcAft>
                <a:spcPts val="0"/>
              </a:spcAft>
              <a:buClr>
                <a:schemeClr val="dk1"/>
              </a:buClr>
              <a:buSzPts val="1800"/>
              <a:buChar char="–"/>
              <a:defRPr/>
            </a:lvl4pPr>
            <a:lvl5pPr lvl="4" algn="l">
              <a:lnSpc>
                <a:spcPct val="100000"/>
              </a:lnSpc>
              <a:spcBef>
                <a:spcPts val="360"/>
              </a:spcBef>
              <a:spcAft>
                <a:spcPts val="0"/>
              </a:spcAft>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196" name="Google Shape;196;p86"/>
          <p:cNvSpPr txBox="1">
            <a:spLocks noGrp="1"/>
          </p:cNvSpPr>
          <p:nvPr>
            <p:ph type="dt" idx="10"/>
          </p:nvPr>
        </p:nvSpPr>
        <p:spPr>
          <a:xfrm>
            <a:off x="711200" y="6324600"/>
            <a:ext cx="2540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86"/>
          <p:cNvSpPr txBox="1">
            <a:spLocks noGrp="1"/>
          </p:cNvSpPr>
          <p:nvPr>
            <p:ph type="ftr" idx="11"/>
          </p:nvPr>
        </p:nvSpPr>
        <p:spPr>
          <a:xfrm>
            <a:off x="4267200" y="6324600"/>
            <a:ext cx="38608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p86"/>
          <p:cNvSpPr txBox="1">
            <a:spLocks noGrp="1"/>
          </p:cNvSpPr>
          <p:nvPr>
            <p:ph type="sldNum" idx="12"/>
          </p:nvPr>
        </p:nvSpPr>
        <p:spPr>
          <a:xfrm>
            <a:off x="91440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cxnSp>
        <p:nvCxnSpPr>
          <p:cNvPr id="199" name="Google Shape;199;p86"/>
          <p:cNvCxnSpPr/>
          <p:nvPr/>
        </p:nvCxnSpPr>
        <p:spPr>
          <a:xfrm>
            <a:off x="1117600" y="4267200"/>
            <a:ext cx="10769600" cy="0"/>
          </a:xfrm>
          <a:prstGeom prst="straightConnector1">
            <a:avLst/>
          </a:prstGeom>
          <a:noFill/>
          <a:ln w="53975" cap="flat" cmpd="sng">
            <a:solidFill>
              <a:srgbClr val="008000"/>
            </a:solidFill>
            <a:prstDash val="solid"/>
            <a:round/>
            <a:headEnd type="none" w="sm" len="sm"/>
            <a:tailEnd type="none" w="sm" len="sm"/>
          </a:ln>
        </p:spPr>
      </p:cxnSp>
      <p:pic>
        <p:nvPicPr>
          <p:cNvPr id="200" name="Google Shape;200;p86" descr="D:\aka\eagle.jpg"/>
          <p:cNvPicPr preferRelativeResize="0"/>
          <p:nvPr/>
        </p:nvPicPr>
        <p:blipFill rotWithShape="1">
          <a:blip r:embed="rId2">
            <a:alphaModFix/>
          </a:blip>
          <a:srcRect/>
          <a:stretch/>
        </p:blipFill>
        <p:spPr>
          <a:xfrm>
            <a:off x="406400" y="990600"/>
            <a:ext cx="5486400" cy="1233488"/>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1"/>
        <p:cNvGrpSpPr/>
        <p:nvPr/>
      </p:nvGrpSpPr>
      <p:grpSpPr>
        <a:xfrm>
          <a:off x="0" y="0"/>
          <a:ext cx="0" cy="0"/>
          <a:chOff x="0" y="0"/>
          <a:chExt cx="0" cy="0"/>
        </a:xfrm>
      </p:grpSpPr>
      <p:sp>
        <p:nvSpPr>
          <p:cNvPr id="202" name="Google Shape;202;p87"/>
          <p:cNvSpPr txBox="1">
            <a:spLocks noGrp="1"/>
          </p:cNvSpPr>
          <p:nvPr>
            <p:ph type="title"/>
          </p:nvPr>
        </p:nvSpPr>
        <p:spPr>
          <a:xfrm>
            <a:off x="831851" y="1709739"/>
            <a:ext cx="10515600" cy="2852737"/>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87"/>
          <p:cNvSpPr txBox="1">
            <a:spLocks noGrp="1"/>
          </p:cNvSpPr>
          <p:nvPr>
            <p:ph type="body" idx="1"/>
          </p:nvPr>
        </p:nvSpPr>
        <p:spPr>
          <a:xfrm>
            <a:off x="831851" y="4589464"/>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480"/>
              </a:spcBef>
              <a:spcAft>
                <a:spcPts val="0"/>
              </a:spcAft>
              <a:buClr>
                <a:schemeClr val="dk1"/>
              </a:buClr>
              <a:buSzPts val="2400"/>
              <a:buFont typeface="Georgia"/>
              <a:buNone/>
              <a:defRPr sz="2400"/>
            </a:lvl1pPr>
            <a:lvl2pPr marL="914400" lvl="1" indent="-228600" algn="l">
              <a:lnSpc>
                <a:spcPct val="100000"/>
              </a:lnSpc>
              <a:spcBef>
                <a:spcPts val="400"/>
              </a:spcBef>
              <a:spcAft>
                <a:spcPts val="0"/>
              </a:spcAft>
              <a:buClr>
                <a:schemeClr val="dk1"/>
              </a:buClr>
              <a:buSzPts val="1500"/>
              <a:buFont typeface="Georgia"/>
              <a:buNone/>
              <a:defRPr sz="2000"/>
            </a:lvl2pPr>
            <a:lvl3pPr marL="1371600" lvl="2" indent="-228600" algn="l">
              <a:lnSpc>
                <a:spcPct val="100000"/>
              </a:lnSpc>
              <a:spcBef>
                <a:spcPts val="360"/>
              </a:spcBef>
              <a:spcAft>
                <a:spcPts val="0"/>
              </a:spcAft>
              <a:buClr>
                <a:schemeClr val="dk1"/>
              </a:buClr>
              <a:buSzPts val="1800"/>
              <a:buFont typeface="Georgia"/>
              <a:buNone/>
              <a:defRPr sz="1800"/>
            </a:lvl3pPr>
            <a:lvl4pPr marL="1828800" lvl="3" indent="-228600" algn="l">
              <a:lnSpc>
                <a:spcPct val="100000"/>
              </a:lnSpc>
              <a:spcBef>
                <a:spcPts val="320"/>
              </a:spcBef>
              <a:spcAft>
                <a:spcPts val="0"/>
              </a:spcAft>
              <a:buClr>
                <a:schemeClr val="dk1"/>
              </a:buClr>
              <a:buSzPts val="1600"/>
              <a:buFont typeface="Georgia"/>
              <a:buNone/>
              <a:defRPr sz="1600"/>
            </a:lvl4pPr>
            <a:lvl5pPr marL="2286000" lvl="4" indent="-228600" algn="l">
              <a:lnSpc>
                <a:spcPct val="100000"/>
              </a:lnSpc>
              <a:spcBef>
                <a:spcPts val="320"/>
              </a:spcBef>
              <a:spcAft>
                <a:spcPts val="0"/>
              </a:spcAft>
              <a:buSzPts val="1600"/>
              <a:buFont typeface="Georgia"/>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204" name="Google Shape;204;p87"/>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5" name="Google Shape;205;p87"/>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6" name="Google Shape;206;p87"/>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07"/>
        <p:cNvGrpSpPr/>
        <p:nvPr/>
      </p:nvGrpSpPr>
      <p:grpSpPr>
        <a:xfrm>
          <a:off x="0" y="0"/>
          <a:ext cx="0" cy="0"/>
          <a:chOff x="0" y="0"/>
          <a:chExt cx="0" cy="0"/>
        </a:xfrm>
      </p:grpSpPr>
      <p:sp>
        <p:nvSpPr>
          <p:cNvPr id="208" name="Google Shape;208;p88"/>
          <p:cNvSpPr txBox="1">
            <a:spLocks noGrp="1"/>
          </p:cNvSpPr>
          <p:nvPr>
            <p:ph type="title"/>
          </p:nvPr>
        </p:nvSpPr>
        <p:spPr>
          <a:xfrm>
            <a:off x="1625600" y="0"/>
            <a:ext cx="103632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9" name="Google Shape;209;p88"/>
          <p:cNvSpPr txBox="1">
            <a:spLocks noGrp="1"/>
          </p:cNvSpPr>
          <p:nvPr>
            <p:ph type="body" idx="1"/>
          </p:nvPr>
        </p:nvSpPr>
        <p:spPr>
          <a:xfrm>
            <a:off x="914400" y="1371600"/>
            <a:ext cx="5080000" cy="48910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14325" algn="l">
              <a:lnSpc>
                <a:spcPct val="100000"/>
              </a:lnSpc>
              <a:spcBef>
                <a:spcPts val="360"/>
              </a:spcBef>
              <a:spcAft>
                <a:spcPts val="0"/>
              </a:spcAft>
              <a:buClr>
                <a:schemeClr val="dk1"/>
              </a:buClr>
              <a:buSzPts val="135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0" name="Google Shape;210;p88"/>
          <p:cNvSpPr txBox="1">
            <a:spLocks noGrp="1"/>
          </p:cNvSpPr>
          <p:nvPr>
            <p:ph type="body" idx="2"/>
          </p:nvPr>
        </p:nvSpPr>
        <p:spPr>
          <a:xfrm>
            <a:off x="6197600" y="1371600"/>
            <a:ext cx="5080000" cy="48910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14325" algn="l">
              <a:lnSpc>
                <a:spcPct val="100000"/>
              </a:lnSpc>
              <a:spcBef>
                <a:spcPts val="360"/>
              </a:spcBef>
              <a:spcAft>
                <a:spcPts val="0"/>
              </a:spcAft>
              <a:buClr>
                <a:schemeClr val="dk1"/>
              </a:buClr>
              <a:buSzPts val="135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p88"/>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2" name="Google Shape;212;p88"/>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3" name="Google Shape;213;p88"/>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4"/>
        <p:cNvGrpSpPr/>
        <p:nvPr/>
      </p:nvGrpSpPr>
      <p:grpSpPr>
        <a:xfrm>
          <a:off x="0" y="0"/>
          <a:ext cx="0" cy="0"/>
          <a:chOff x="0" y="0"/>
          <a:chExt cx="0" cy="0"/>
        </a:xfrm>
      </p:grpSpPr>
      <p:sp>
        <p:nvSpPr>
          <p:cNvPr id="215" name="Google Shape;215;p89"/>
          <p:cNvSpPr txBox="1">
            <a:spLocks noGrp="1"/>
          </p:cNvSpPr>
          <p:nvPr>
            <p:ph type="title"/>
          </p:nvPr>
        </p:nvSpPr>
        <p:spPr>
          <a:xfrm>
            <a:off x="840317" y="365126"/>
            <a:ext cx="10515600" cy="132556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89"/>
          <p:cNvSpPr txBox="1">
            <a:spLocks noGrp="1"/>
          </p:cNvSpPr>
          <p:nvPr>
            <p:ph type="body" idx="1"/>
          </p:nvPr>
        </p:nvSpPr>
        <p:spPr>
          <a:xfrm>
            <a:off x="840318" y="1681163"/>
            <a:ext cx="5158316"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Georgia"/>
              <a:buNone/>
              <a:defRPr sz="2400" b="1"/>
            </a:lvl1pPr>
            <a:lvl2pPr marL="914400" lvl="1" indent="-228600" algn="l">
              <a:lnSpc>
                <a:spcPct val="100000"/>
              </a:lnSpc>
              <a:spcBef>
                <a:spcPts val="400"/>
              </a:spcBef>
              <a:spcAft>
                <a:spcPts val="0"/>
              </a:spcAft>
              <a:buClr>
                <a:schemeClr val="dk1"/>
              </a:buClr>
              <a:buSzPts val="1500"/>
              <a:buFont typeface="Georgia"/>
              <a:buNone/>
              <a:defRPr sz="2000" b="1"/>
            </a:lvl2pPr>
            <a:lvl3pPr marL="1371600" lvl="2" indent="-228600" algn="l">
              <a:lnSpc>
                <a:spcPct val="100000"/>
              </a:lnSpc>
              <a:spcBef>
                <a:spcPts val="360"/>
              </a:spcBef>
              <a:spcAft>
                <a:spcPts val="0"/>
              </a:spcAft>
              <a:buClr>
                <a:schemeClr val="dk1"/>
              </a:buClr>
              <a:buSzPts val="1800"/>
              <a:buFont typeface="Georgia"/>
              <a:buNone/>
              <a:defRPr sz="1800" b="1"/>
            </a:lvl3pPr>
            <a:lvl4pPr marL="1828800" lvl="3" indent="-228600" algn="l">
              <a:lnSpc>
                <a:spcPct val="100000"/>
              </a:lnSpc>
              <a:spcBef>
                <a:spcPts val="320"/>
              </a:spcBef>
              <a:spcAft>
                <a:spcPts val="0"/>
              </a:spcAft>
              <a:buClr>
                <a:schemeClr val="dk1"/>
              </a:buClr>
              <a:buSzPts val="1600"/>
              <a:buFont typeface="Georgia"/>
              <a:buNone/>
              <a:defRPr sz="1600" b="1"/>
            </a:lvl4pPr>
            <a:lvl5pPr marL="2286000" lvl="4" indent="-228600" algn="l">
              <a:lnSpc>
                <a:spcPct val="100000"/>
              </a:lnSpc>
              <a:spcBef>
                <a:spcPts val="320"/>
              </a:spcBef>
              <a:spcAft>
                <a:spcPts val="0"/>
              </a:spcAft>
              <a:buSzPts val="1600"/>
              <a:buFont typeface="Georgia"/>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7" name="Google Shape;217;p89"/>
          <p:cNvSpPr txBox="1">
            <a:spLocks noGrp="1"/>
          </p:cNvSpPr>
          <p:nvPr>
            <p:ph type="body" idx="2"/>
          </p:nvPr>
        </p:nvSpPr>
        <p:spPr>
          <a:xfrm>
            <a:off x="840318" y="2505075"/>
            <a:ext cx="5158316"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14325" algn="l">
              <a:lnSpc>
                <a:spcPct val="100000"/>
              </a:lnSpc>
              <a:spcBef>
                <a:spcPts val="360"/>
              </a:spcBef>
              <a:spcAft>
                <a:spcPts val="0"/>
              </a:spcAft>
              <a:buClr>
                <a:schemeClr val="dk1"/>
              </a:buClr>
              <a:buSzPts val="135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8" name="Google Shape;218;p89"/>
          <p:cNvSpPr txBox="1">
            <a:spLocks noGrp="1"/>
          </p:cNvSpPr>
          <p:nvPr>
            <p:ph type="body" idx="3"/>
          </p:nvPr>
        </p:nvSpPr>
        <p:spPr>
          <a:xfrm>
            <a:off x="6172200" y="1681163"/>
            <a:ext cx="5183717"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Georgia"/>
              <a:buNone/>
              <a:defRPr sz="2400" b="1"/>
            </a:lvl1pPr>
            <a:lvl2pPr marL="914400" lvl="1" indent="-228600" algn="l">
              <a:lnSpc>
                <a:spcPct val="100000"/>
              </a:lnSpc>
              <a:spcBef>
                <a:spcPts val="400"/>
              </a:spcBef>
              <a:spcAft>
                <a:spcPts val="0"/>
              </a:spcAft>
              <a:buClr>
                <a:schemeClr val="dk1"/>
              </a:buClr>
              <a:buSzPts val="1500"/>
              <a:buFont typeface="Georgia"/>
              <a:buNone/>
              <a:defRPr sz="2000" b="1"/>
            </a:lvl2pPr>
            <a:lvl3pPr marL="1371600" lvl="2" indent="-228600" algn="l">
              <a:lnSpc>
                <a:spcPct val="100000"/>
              </a:lnSpc>
              <a:spcBef>
                <a:spcPts val="360"/>
              </a:spcBef>
              <a:spcAft>
                <a:spcPts val="0"/>
              </a:spcAft>
              <a:buClr>
                <a:schemeClr val="dk1"/>
              </a:buClr>
              <a:buSzPts val="1800"/>
              <a:buFont typeface="Georgia"/>
              <a:buNone/>
              <a:defRPr sz="1800" b="1"/>
            </a:lvl3pPr>
            <a:lvl4pPr marL="1828800" lvl="3" indent="-228600" algn="l">
              <a:lnSpc>
                <a:spcPct val="100000"/>
              </a:lnSpc>
              <a:spcBef>
                <a:spcPts val="320"/>
              </a:spcBef>
              <a:spcAft>
                <a:spcPts val="0"/>
              </a:spcAft>
              <a:buClr>
                <a:schemeClr val="dk1"/>
              </a:buClr>
              <a:buSzPts val="1600"/>
              <a:buFont typeface="Georgia"/>
              <a:buNone/>
              <a:defRPr sz="1600" b="1"/>
            </a:lvl4pPr>
            <a:lvl5pPr marL="2286000" lvl="4" indent="-228600" algn="l">
              <a:lnSpc>
                <a:spcPct val="100000"/>
              </a:lnSpc>
              <a:spcBef>
                <a:spcPts val="320"/>
              </a:spcBef>
              <a:spcAft>
                <a:spcPts val="0"/>
              </a:spcAft>
              <a:buSzPts val="1600"/>
              <a:buFont typeface="Georgia"/>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9" name="Google Shape;219;p89"/>
          <p:cNvSpPr txBox="1">
            <a:spLocks noGrp="1"/>
          </p:cNvSpPr>
          <p:nvPr>
            <p:ph type="body" idx="4"/>
          </p:nvPr>
        </p:nvSpPr>
        <p:spPr>
          <a:xfrm>
            <a:off x="6172200" y="2505075"/>
            <a:ext cx="5183717"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14325" algn="l">
              <a:lnSpc>
                <a:spcPct val="100000"/>
              </a:lnSpc>
              <a:spcBef>
                <a:spcPts val="360"/>
              </a:spcBef>
              <a:spcAft>
                <a:spcPts val="0"/>
              </a:spcAft>
              <a:buClr>
                <a:schemeClr val="dk1"/>
              </a:buClr>
              <a:buSzPts val="135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0" name="Google Shape;220;p89"/>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1" name="Google Shape;221;p89"/>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2" name="Google Shape;222;p89"/>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3"/>
        <p:cNvGrpSpPr/>
        <p:nvPr/>
      </p:nvGrpSpPr>
      <p:grpSpPr>
        <a:xfrm>
          <a:off x="0" y="0"/>
          <a:ext cx="0" cy="0"/>
          <a:chOff x="0" y="0"/>
          <a:chExt cx="0" cy="0"/>
        </a:xfrm>
      </p:grpSpPr>
      <p:sp>
        <p:nvSpPr>
          <p:cNvPr id="224" name="Google Shape;224;p90"/>
          <p:cNvSpPr txBox="1">
            <a:spLocks noGrp="1"/>
          </p:cNvSpPr>
          <p:nvPr>
            <p:ph type="title"/>
          </p:nvPr>
        </p:nvSpPr>
        <p:spPr>
          <a:xfrm>
            <a:off x="1625600" y="0"/>
            <a:ext cx="103632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5" name="Google Shape;225;p90"/>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6" name="Google Shape;226;p90"/>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7" name="Google Shape;227;p90"/>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8"/>
        <p:cNvGrpSpPr/>
        <p:nvPr/>
      </p:nvGrpSpPr>
      <p:grpSpPr>
        <a:xfrm>
          <a:off x="0" y="0"/>
          <a:ext cx="0" cy="0"/>
          <a:chOff x="0" y="0"/>
          <a:chExt cx="0" cy="0"/>
        </a:xfrm>
      </p:grpSpPr>
      <p:sp>
        <p:nvSpPr>
          <p:cNvPr id="229" name="Google Shape;229;p91"/>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0" name="Google Shape;230;p91"/>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1" name="Google Shape;231;p91"/>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32"/>
        <p:cNvGrpSpPr/>
        <p:nvPr/>
      </p:nvGrpSpPr>
      <p:grpSpPr>
        <a:xfrm>
          <a:off x="0" y="0"/>
          <a:ext cx="0" cy="0"/>
          <a:chOff x="0" y="0"/>
          <a:chExt cx="0" cy="0"/>
        </a:xfrm>
      </p:grpSpPr>
      <p:sp>
        <p:nvSpPr>
          <p:cNvPr id="233" name="Google Shape;233;p92"/>
          <p:cNvSpPr txBox="1">
            <a:spLocks noGrp="1"/>
          </p:cNvSpPr>
          <p:nvPr>
            <p:ph type="title"/>
          </p:nvPr>
        </p:nvSpPr>
        <p:spPr>
          <a:xfrm>
            <a:off x="840318" y="457200"/>
            <a:ext cx="3932767" cy="1600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4" name="Google Shape;234;p92"/>
          <p:cNvSpPr txBox="1">
            <a:spLocks noGrp="1"/>
          </p:cNvSpPr>
          <p:nvPr>
            <p:ph type="body" idx="1"/>
          </p:nvPr>
        </p:nvSpPr>
        <p:spPr>
          <a:xfrm>
            <a:off x="5183717" y="987426"/>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Font typeface="Georgia"/>
              <a:buChar char="•"/>
              <a:defRPr sz="3200"/>
            </a:lvl1pPr>
            <a:lvl2pPr marL="914400" lvl="1" indent="-361950" algn="l">
              <a:lnSpc>
                <a:spcPct val="100000"/>
              </a:lnSpc>
              <a:spcBef>
                <a:spcPts val="560"/>
              </a:spcBef>
              <a:spcAft>
                <a:spcPts val="0"/>
              </a:spcAft>
              <a:buClr>
                <a:schemeClr val="dk1"/>
              </a:buClr>
              <a:buSzPts val="2100"/>
              <a:buFont typeface="Georgia"/>
              <a:buChar char="•"/>
              <a:defRPr sz="2800"/>
            </a:lvl2pPr>
            <a:lvl3pPr marL="1371600" lvl="2" indent="-381000" algn="l">
              <a:lnSpc>
                <a:spcPct val="100000"/>
              </a:lnSpc>
              <a:spcBef>
                <a:spcPts val="480"/>
              </a:spcBef>
              <a:spcAft>
                <a:spcPts val="0"/>
              </a:spcAft>
              <a:buClr>
                <a:schemeClr val="dk1"/>
              </a:buClr>
              <a:buSzPts val="2400"/>
              <a:buFont typeface="Georgia"/>
              <a:buChar char="•"/>
              <a:defRPr sz="2400"/>
            </a:lvl3pPr>
            <a:lvl4pPr marL="1828800" lvl="3" indent="-355600" algn="l">
              <a:lnSpc>
                <a:spcPct val="100000"/>
              </a:lnSpc>
              <a:spcBef>
                <a:spcPts val="400"/>
              </a:spcBef>
              <a:spcAft>
                <a:spcPts val="0"/>
              </a:spcAft>
              <a:buClr>
                <a:schemeClr val="dk1"/>
              </a:buClr>
              <a:buSzPts val="2000"/>
              <a:buFont typeface="Georgia"/>
              <a:buChar char="–"/>
              <a:defRPr sz="2000"/>
            </a:lvl4pPr>
            <a:lvl5pPr marL="2286000" lvl="4" indent="-355600" algn="l">
              <a:lnSpc>
                <a:spcPct val="100000"/>
              </a:lnSpc>
              <a:spcBef>
                <a:spcPts val="400"/>
              </a:spcBef>
              <a:spcAft>
                <a:spcPts val="0"/>
              </a:spcAft>
              <a:buSzPts val="2000"/>
              <a:buFont typeface="Georgia"/>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35" name="Google Shape;235;p92"/>
          <p:cNvSpPr txBox="1">
            <a:spLocks noGrp="1"/>
          </p:cNvSpPr>
          <p:nvPr>
            <p:ph type="body" idx="2"/>
          </p:nvPr>
        </p:nvSpPr>
        <p:spPr>
          <a:xfrm>
            <a:off x="840318" y="2057400"/>
            <a:ext cx="3932767"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Font typeface="Georgia"/>
              <a:buNone/>
              <a:defRPr sz="1600"/>
            </a:lvl1pPr>
            <a:lvl2pPr marL="914400" lvl="1" indent="-228600" algn="l">
              <a:lnSpc>
                <a:spcPct val="100000"/>
              </a:lnSpc>
              <a:spcBef>
                <a:spcPts val="280"/>
              </a:spcBef>
              <a:spcAft>
                <a:spcPts val="0"/>
              </a:spcAft>
              <a:buClr>
                <a:schemeClr val="dk1"/>
              </a:buClr>
              <a:buSzPts val="1050"/>
              <a:buFont typeface="Georgia"/>
              <a:buNone/>
              <a:defRPr sz="1400"/>
            </a:lvl2pPr>
            <a:lvl3pPr marL="1371600" lvl="2" indent="-228600" algn="l">
              <a:lnSpc>
                <a:spcPct val="100000"/>
              </a:lnSpc>
              <a:spcBef>
                <a:spcPts val="240"/>
              </a:spcBef>
              <a:spcAft>
                <a:spcPts val="0"/>
              </a:spcAft>
              <a:buClr>
                <a:schemeClr val="dk1"/>
              </a:buClr>
              <a:buSzPts val="1200"/>
              <a:buFont typeface="Georgia"/>
              <a:buNone/>
              <a:defRPr sz="1200"/>
            </a:lvl3pPr>
            <a:lvl4pPr marL="1828800" lvl="3" indent="-228600" algn="l">
              <a:lnSpc>
                <a:spcPct val="100000"/>
              </a:lnSpc>
              <a:spcBef>
                <a:spcPts val="200"/>
              </a:spcBef>
              <a:spcAft>
                <a:spcPts val="0"/>
              </a:spcAft>
              <a:buClr>
                <a:schemeClr val="dk1"/>
              </a:buClr>
              <a:buSzPts val="1000"/>
              <a:buFont typeface="Georgia"/>
              <a:buNone/>
              <a:defRPr sz="1000"/>
            </a:lvl4pPr>
            <a:lvl5pPr marL="2286000" lvl="4" indent="-228600" algn="l">
              <a:lnSpc>
                <a:spcPct val="100000"/>
              </a:lnSpc>
              <a:spcBef>
                <a:spcPts val="200"/>
              </a:spcBef>
              <a:spcAft>
                <a:spcPts val="0"/>
              </a:spcAft>
              <a:buSzPts val="1000"/>
              <a:buFont typeface="Georgia"/>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36" name="Google Shape;236;p92"/>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92"/>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8" name="Google Shape;238;p92"/>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39"/>
        <p:cNvGrpSpPr/>
        <p:nvPr/>
      </p:nvGrpSpPr>
      <p:grpSpPr>
        <a:xfrm>
          <a:off x="0" y="0"/>
          <a:ext cx="0" cy="0"/>
          <a:chOff x="0" y="0"/>
          <a:chExt cx="0" cy="0"/>
        </a:xfrm>
      </p:grpSpPr>
      <p:sp>
        <p:nvSpPr>
          <p:cNvPr id="240" name="Google Shape;240;p93"/>
          <p:cNvSpPr txBox="1">
            <a:spLocks noGrp="1"/>
          </p:cNvSpPr>
          <p:nvPr>
            <p:ph type="title"/>
          </p:nvPr>
        </p:nvSpPr>
        <p:spPr>
          <a:xfrm>
            <a:off x="840318" y="457200"/>
            <a:ext cx="3932767" cy="1600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1" name="Google Shape;241;p93"/>
          <p:cNvSpPr>
            <a:spLocks noGrp="1"/>
          </p:cNvSpPr>
          <p:nvPr>
            <p:ph type="pic" idx="2"/>
          </p:nvPr>
        </p:nvSpPr>
        <p:spPr>
          <a:xfrm>
            <a:off x="5183717" y="987426"/>
            <a:ext cx="6172200" cy="4873625"/>
          </a:xfrm>
          <a:prstGeom prst="rect">
            <a:avLst/>
          </a:prstGeom>
          <a:noFill/>
          <a:ln>
            <a:noFill/>
          </a:ln>
        </p:spPr>
      </p:sp>
      <p:sp>
        <p:nvSpPr>
          <p:cNvPr id="242" name="Google Shape;242;p93"/>
          <p:cNvSpPr txBox="1">
            <a:spLocks noGrp="1"/>
          </p:cNvSpPr>
          <p:nvPr>
            <p:ph type="body" idx="1"/>
          </p:nvPr>
        </p:nvSpPr>
        <p:spPr>
          <a:xfrm>
            <a:off x="840318" y="2057400"/>
            <a:ext cx="3932767"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Font typeface="Georgia"/>
              <a:buNone/>
              <a:defRPr sz="1600"/>
            </a:lvl1pPr>
            <a:lvl2pPr marL="914400" lvl="1" indent="-228600" algn="l">
              <a:lnSpc>
                <a:spcPct val="100000"/>
              </a:lnSpc>
              <a:spcBef>
                <a:spcPts val="280"/>
              </a:spcBef>
              <a:spcAft>
                <a:spcPts val="0"/>
              </a:spcAft>
              <a:buClr>
                <a:schemeClr val="dk1"/>
              </a:buClr>
              <a:buSzPts val="1050"/>
              <a:buFont typeface="Georgia"/>
              <a:buNone/>
              <a:defRPr sz="1400"/>
            </a:lvl2pPr>
            <a:lvl3pPr marL="1371600" lvl="2" indent="-228600" algn="l">
              <a:lnSpc>
                <a:spcPct val="100000"/>
              </a:lnSpc>
              <a:spcBef>
                <a:spcPts val="240"/>
              </a:spcBef>
              <a:spcAft>
                <a:spcPts val="0"/>
              </a:spcAft>
              <a:buClr>
                <a:schemeClr val="dk1"/>
              </a:buClr>
              <a:buSzPts val="1200"/>
              <a:buFont typeface="Georgia"/>
              <a:buNone/>
              <a:defRPr sz="1200"/>
            </a:lvl3pPr>
            <a:lvl4pPr marL="1828800" lvl="3" indent="-228600" algn="l">
              <a:lnSpc>
                <a:spcPct val="100000"/>
              </a:lnSpc>
              <a:spcBef>
                <a:spcPts val="200"/>
              </a:spcBef>
              <a:spcAft>
                <a:spcPts val="0"/>
              </a:spcAft>
              <a:buClr>
                <a:schemeClr val="dk1"/>
              </a:buClr>
              <a:buSzPts val="1000"/>
              <a:buFont typeface="Georgia"/>
              <a:buNone/>
              <a:defRPr sz="1000"/>
            </a:lvl4pPr>
            <a:lvl5pPr marL="2286000" lvl="4" indent="-228600" algn="l">
              <a:lnSpc>
                <a:spcPct val="100000"/>
              </a:lnSpc>
              <a:spcBef>
                <a:spcPts val="200"/>
              </a:spcBef>
              <a:spcAft>
                <a:spcPts val="0"/>
              </a:spcAft>
              <a:buSzPts val="1000"/>
              <a:buFont typeface="Georgia"/>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43" name="Google Shape;243;p93"/>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4" name="Google Shape;244;p93"/>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5" name="Google Shape;245;p93"/>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46"/>
        <p:cNvGrpSpPr/>
        <p:nvPr/>
      </p:nvGrpSpPr>
      <p:grpSpPr>
        <a:xfrm>
          <a:off x="0" y="0"/>
          <a:ext cx="0" cy="0"/>
          <a:chOff x="0" y="0"/>
          <a:chExt cx="0" cy="0"/>
        </a:xfrm>
      </p:grpSpPr>
      <p:sp>
        <p:nvSpPr>
          <p:cNvPr id="247" name="Google Shape;247;p94"/>
          <p:cNvSpPr txBox="1">
            <a:spLocks noGrp="1"/>
          </p:cNvSpPr>
          <p:nvPr>
            <p:ph type="title"/>
          </p:nvPr>
        </p:nvSpPr>
        <p:spPr>
          <a:xfrm>
            <a:off x="1625600" y="0"/>
            <a:ext cx="103632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8" name="Google Shape;248;p94"/>
          <p:cNvSpPr txBox="1">
            <a:spLocks noGrp="1"/>
          </p:cNvSpPr>
          <p:nvPr>
            <p:ph type="body" idx="1"/>
          </p:nvPr>
        </p:nvSpPr>
        <p:spPr>
          <a:xfrm rot="5400000">
            <a:off x="3650456" y="-1364456"/>
            <a:ext cx="4891088" cy="103632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14325" algn="l">
              <a:lnSpc>
                <a:spcPct val="100000"/>
              </a:lnSpc>
              <a:spcBef>
                <a:spcPts val="360"/>
              </a:spcBef>
              <a:spcAft>
                <a:spcPts val="0"/>
              </a:spcAft>
              <a:buClr>
                <a:schemeClr val="dk1"/>
              </a:buClr>
              <a:buSzPts val="135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9" name="Google Shape;249;p94"/>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94"/>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94"/>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52"/>
        <p:cNvGrpSpPr/>
        <p:nvPr/>
      </p:nvGrpSpPr>
      <p:grpSpPr>
        <a:xfrm>
          <a:off x="0" y="0"/>
          <a:ext cx="0" cy="0"/>
          <a:chOff x="0" y="0"/>
          <a:chExt cx="0" cy="0"/>
        </a:xfrm>
      </p:grpSpPr>
      <p:sp>
        <p:nvSpPr>
          <p:cNvPr id="253" name="Google Shape;253;p95"/>
          <p:cNvSpPr txBox="1">
            <a:spLocks noGrp="1"/>
          </p:cNvSpPr>
          <p:nvPr>
            <p:ph type="title"/>
          </p:nvPr>
        </p:nvSpPr>
        <p:spPr>
          <a:xfrm rot="5400000">
            <a:off x="7473156" y="1747044"/>
            <a:ext cx="6262688" cy="2768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4" name="Google Shape;254;p95"/>
          <p:cNvSpPr txBox="1">
            <a:spLocks noGrp="1"/>
          </p:cNvSpPr>
          <p:nvPr>
            <p:ph type="body" idx="1"/>
          </p:nvPr>
        </p:nvSpPr>
        <p:spPr>
          <a:xfrm rot="5400000">
            <a:off x="1834356" y="-919956"/>
            <a:ext cx="6262688" cy="8102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14325" algn="l">
              <a:lnSpc>
                <a:spcPct val="100000"/>
              </a:lnSpc>
              <a:spcBef>
                <a:spcPts val="360"/>
              </a:spcBef>
              <a:spcAft>
                <a:spcPts val="0"/>
              </a:spcAft>
              <a:buClr>
                <a:schemeClr val="dk1"/>
              </a:buClr>
              <a:buSzPts val="135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5" name="Google Shape;255;p95"/>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6" name="Google Shape;256;p95"/>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7" name="Google Shape;257;p95"/>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4"/>
        <p:cNvGrpSpPr/>
        <p:nvPr/>
      </p:nvGrpSpPr>
      <p:grpSpPr>
        <a:xfrm>
          <a:off x="0" y="0"/>
          <a:ext cx="0" cy="0"/>
          <a:chOff x="0" y="0"/>
          <a:chExt cx="0" cy="0"/>
        </a:xfrm>
      </p:grpSpPr>
      <p:sp>
        <p:nvSpPr>
          <p:cNvPr id="285" name="Google Shape;285;p69"/>
          <p:cNvSpPr txBox="1">
            <a:spLocks noGrp="1"/>
          </p:cNvSpPr>
          <p:nvPr>
            <p:ph type="title"/>
          </p:nvPr>
        </p:nvSpPr>
        <p:spPr>
          <a:xfrm>
            <a:off x="812800" y="152400"/>
            <a:ext cx="10117667" cy="6858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6" name="Google Shape;286;p69"/>
          <p:cNvSpPr txBox="1">
            <a:spLocks noGrp="1"/>
          </p:cNvSpPr>
          <p:nvPr>
            <p:ph type="body" idx="1"/>
          </p:nvPr>
        </p:nvSpPr>
        <p:spPr>
          <a:xfrm>
            <a:off x="812800" y="1266825"/>
            <a:ext cx="11074400" cy="4905375"/>
          </a:xfrm>
          <a:prstGeom prst="rect">
            <a:avLst/>
          </a:prstGeom>
          <a:noFill/>
          <a:ln>
            <a:noFill/>
          </a:ln>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7" name="Google Shape;287;p69"/>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88"/>
        <p:cNvGrpSpPr/>
        <p:nvPr/>
      </p:nvGrpSpPr>
      <p:grpSpPr>
        <a:xfrm>
          <a:off x="0" y="0"/>
          <a:ext cx="0" cy="0"/>
          <a:chOff x="0" y="0"/>
          <a:chExt cx="0" cy="0"/>
        </a:xfrm>
      </p:grpSpPr>
      <p:grpSp>
        <p:nvGrpSpPr>
          <p:cNvPr id="289" name="Google Shape;289;p96"/>
          <p:cNvGrpSpPr/>
          <p:nvPr/>
        </p:nvGrpSpPr>
        <p:grpSpPr>
          <a:xfrm>
            <a:off x="0" y="0"/>
            <a:ext cx="12192000" cy="6858000"/>
            <a:chOff x="0" y="0"/>
            <a:chExt cx="5760" cy="4320"/>
          </a:xfrm>
        </p:grpSpPr>
        <p:sp>
          <p:nvSpPr>
            <p:cNvPr id="290" name="Google Shape;290;p96"/>
            <p:cNvSpPr/>
            <p:nvPr/>
          </p:nvSpPr>
          <p:spPr>
            <a:xfrm>
              <a:off x="0" y="0"/>
              <a:ext cx="5760" cy="535"/>
            </a:xfrm>
            <a:prstGeom prst="rect">
              <a:avLst/>
            </a:prstGeom>
            <a:gradFill>
              <a:gsLst>
                <a:gs pos="0">
                  <a:schemeClr val="folHlink"/>
                </a:gs>
                <a:gs pos="100000">
                  <a:schemeClr val="dk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sp>
          <p:nvSpPr>
            <p:cNvPr id="291" name="Google Shape;291;p96"/>
            <p:cNvSpPr/>
            <p:nvPr/>
          </p:nvSpPr>
          <p:spPr>
            <a:xfrm>
              <a:off x="0" y="3147"/>
              <a:ext cx="5760" cy="1173"/>
            </a:xfrm>
            <a:prstGeom prst="rect">
              <a:avLst/>
            </a:prstGeom>
            <a:gradFill>
              <a:gsLst>
                <a:gs pos="0">
                  <a:schemeClr val="dk2"/>
                </a:gs>
                <a:gs pos="100000">
                  <a:schemeClr val="folHlink"/>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grpSp>
      <p:sp>
        <p:nvSpPr>
          <p:cNvPr id="292" name="Google Shape;292;p96"/>
          <p:cNvSpPr txBox="1">
            <a:spLocks noGrp="1"/>
          </p:cNvSpPr>
          <p:nvPr>
            <p:ph type="dt" idx="10"/>
          </p:nvPr>
        </p:nvSpPr>
        <p:spPr>
          <a:xfrm>
            <a:off x="1727200" y="62484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3" name="Google Shape;293;p96"/>
          <p:cNvSpPr txBox="1">
            <a:spLocks noGrp="1"/>
          </p:cNvSpPr>
          <p:nvPr>
            <p:ph type="ftr" idx="11"/>
          </p:nvPr>
        </p:nvSpPr>
        <p:spPr>
          <a:xfrm>
            <a:off x="4978400" y="6248400"/>
            <a:ext cx="3860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700"/>
              </a:spcBef>
              <a:spcAft>
                <a:spcPts val="0"/>
              </a:spcAft>
              <a:buClr>
                <a:srgbClr val="000000"/>
              </a:buClr>
              <a:buSzPts val="1400"/>
              <a:buFont typeface="Arial"/>
              <a:buNone/>
              <a:defRPr sz="1400" b="0" i="0" u="none" strike="noStrike" cap="none">
                <a:solidFill>
                  <a:srgbClr val="FFFFFF"/>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9pPr>
          </a:lstStyle>
          <a:p>
            <a:endParaRPr/>
          </a:p>
        </p:txBody>
      </p:sp>
      <p:sp>
        <p:nvSpPr>
          <p:cNvPr id="294" name="Google Shape;294;p96"/>
          <p:cNvSpPr txBox="1">
            <a:spLocks noGrp="1"/>
          </p:cNvSpPr>
          <p:nvPr>
            <p:ph type="sldNum" idx="12"/>
          </p:nvPr>
        </p:nvSpPr>
        <p:spPr>
          <a:xfrm>
            <a:off x="9550400" y="6248400"/>
            <a:ext cx="2540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Arial Narrow"/>
                <a:ea typeface="Arial Narrow"/>
                <a:cs typeface="Arial Narrow"/>
                <a:sym typeface="Arial Narrow"/>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Arial Narrow"/>
                <a:ea typeface="Arial Narrow"/>
                <a:cs typeface="Arial Narrow"/>
                <a:sym typeface="Arial Narrow"/>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Arial Narrow"/>
                <a:ea typeface="Arial Narrow"/>
                <a:cs typeface="Arial Narrow"/>
                <a:sym typeface="Arial Narrow"/>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Arial Narrow"/>
                <a:ea typeface="Arial Narrow"/>
                <a:cs typeface="Arial Narrow"/>
                <a:sym typeface="Arial Narrow"/>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Arial Narrow"/>
                <a:ea typeface="Arial Narrow"/>
                <a:cs typeface="Arial Narrow"/>
                <a:sym typeface="Arial Narrow"/>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Arial Narrow"/>
                <a:ea typeface="Arial Narrow"/>
                <a:cs typeface="Arial Narrow"/>
                <a:sym typeface="Arial Narrow"/>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Arial Narrow"/>
                <a:ea typeface="Arial Narrow"/>
                <a:cs typeface="Arial Narrow"/>
                <a:sym typeface="Arial Narrow"/>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Arial Narrow"/>
                <a:ea typeface="Arial Narrow"/>
                <a:cs typeface="Arial Narrow"/>
                <a:sym typeface="Arial Narrow"/>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US"/>
              <a:t>‹#›</a:t>
            </a:fld>
            <a:endParaRPr/>
          </a:p>
        </p:txBody>
      </p:sp>
      <p:sp>
        <p:nvSpPr>
          <p:cNvPr id="295" name="Google Shape;295;p96"/>
          <p:cNvSpPr/>
          <p:nvPr/>
        </p:nvSpPr>
        <p:spPr>
          <a:xfrm>
            <a:off x="618067" y="2700338"/>
            <a:ext cx="215900" cy="415766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6"/>
        <p:cNvGrpSpPr/>
        <p:nvPr/>
      </p:nvGrpSpPr>
      <p:grpSpPr>
        <a:xfrm>
          <a:off x="0" y="0"/>
          <a:ext cx="0" cy="0"/>
          <a:chOff x="0" y="0"/>
          <a:chExt cx="0" cy="0"/>
        </a:xfrm>
      </p:grpSpPr>
      <p:sp>
        <p:nvSpPr>
          <p:cNvPr id="297" name="Google Shape;297;p97"/>
          <p:cNvSpPr txBox="1">
            <a:spLocks noGrp="1"/>
          </p:cNvSpPr>
          <p:nvPr>
            <p:ph type="title"/>
          </p:nvPr>
        </p:nvSpPr>
        <p:spPr>
          <a:xfrm>
            <a:off x="831851" y="1709739"/>
            <a:ext cx="10515600" cy="2852737"/>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8" name="Google Shape;298;p97"/>
          <p:cNvSpPr txBox="1">
            <a:spLocks noGrp="1"/>
          </p:cNvSpPr>
          <p:nvPr>
            <p:ph type="body" idx="1"/>
          </p:nvPr>
        </p:nvSpPr>
        <p:spPr>
          <a:xfrm>
            <a:off x="831851" y="4589464"/>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480"/>
              </a:spcBef>
              <a:spcAft>
                <a:spcPts val="0"/>
              </a:spcAft>
              <a:buSzPts val="1800"/>
              <a:buNone/>
              <a:defRPr sz="2400"/>
            </a:lvl1pPr>
            <a:lvl2pPr marL="914400" lvl="1" indent="-228600" algn="l">
              <a:lnSpc>
                <a:spcPct val="100000"/>
              </a:lnSpc>
              <a:spcBef>
                <a:spcPts val="400"/>
              </a:spcBef>
              <a:spcAft>
                <a:spcPts val="0"/>
              </a:spcAft>
              <a:buSzPts val="2000"/>
              <a:buFont typeface="Times New Roman"/>
              <a:buNone/>
              <a:defRPr sz="2000"/>
            </a:lvl2pPr>
            <a:lvl3pPr marL="1371600" lvl="2" indent="-228600" algn="l">
              <a:lnSpc>
                <a:spcPct val="100000"/>
              </a:lnSpc>
              <a:spcBef>
                <a:spcPts val="360"/>
              </a:spcBef>
              <a:spcAft>
                <a:spcPts val="0"/>
              </a:spcAft>
              <a:buSzPts val="1800"/>
              <a:buFont typeface="Times New Roman"/>
              <a:buNone/>
              <a:defRPr sz="1800"/>
            </a:lvl3pPr>
            <a:lvl4pPr marL="1828800" lvl="3" indent="-228600" algn="l">
              <a:lnSpc>
                <a:spcPct val="100000"/>
              </a:lnSpc>
              <a:spcBef>
                <a:spcPts val="320"/>
              </a:spcBef>
              <a:spcAft>
                <a:spcPts val="0"/>
              </a:spcAft>
              <a:buSzPts val="1600"/>
              <a:buFont typeface="Times New Roman"/>
              <a:buNone/>
              <a:defRPr sz="1600"/>
            </a:lvl4pPr>
            <a:lvl5pPr marL="2286000" lvl="4" indent="-228600" algn="l">
              <a:lnSpc>
                <a:spcPct val="100000"/>
              </a:lnSpc>
              <a:spcBef>
                <a:spcPts val="320"/>
              </a:spcBef>
              <a:spcAft>
                <a:spcPts val="0"/>
              </a:spcAft>
              <a:buSzPts val="1600"/>
              <a:buFont typeface="Times New Roman"/>
              <a:buNone/>
              <a:defRPr sz="1600"/>
            </a:lvl5pPr>
            <a:lvl6pPr marL="2743200" lvl="5" indent="-228600" algn="l">
              <a:lnSpc>
                <a:spcPct val="90000"/>
              </a:lnSpc>
              <a:spcBef>
                <a:spcPts val="500"/>
              </a:spcBef>
              <a:spcAft>
                <a:spcPts val="0"/>
              </a:spcAft>
              <a:buClr>
                <a:schemeClr val="lt1"/>
              </a:buClr>
              <a:buSzPts val="1600"/>
              <a:buNone/>
              <a:defRPr sz="1600"/>
            </a:lvl6pPr>
            <a:lvl7pPr marL="3200400" lvl="6" indent="-228600" algn="l">
              <a:lnSpc>
                <a:spcPct val="90000"/>
              </a:lnSpc>
              <a:spcBef>
                <a:spcPts val="500"/>
              </a:spcBef>
              <a:spcAft>
                <a:spcPts val="0"/>
              </a:spcAft>
              <a:buClr>
                <a:schemeClr val="lt1"/>
              </a:buClr>
              <a:buSzPts val="1600"/>
              <a:buNone/>
              <a:defRPr sz="1600"/>
            </a:lvl7pPr>
            <a:lvl8pPr marL="3657600" lvl="7" indent="-228600" algn="l">
              <a:lnSpc>
                <a:spcPct val="90000"/>
              </a:lnSpc>
              <a:spcBef>
                <a:spcPts val="500"/>
              </a:spcBef>
              <a:spcAft>
                <a:spcPts val="0"/>
              </a:spcAft>
              <a:buClr>
                <a:schemeClr val="lt1"/>
              </a:buClr>
              <a:buSzPts val="1600"/>
              <a:buNone/>
              <a:defRPr sz="1600"/>
            </a:lvl8pPr>
            <a:lvl9pPr marL="4114800" lvl="8" indent="-228600" algn="l">
              <a:lnSpc>
                <a:spcPct val="90000"/>
              </a:lnSpc>
              <a:spcBef>
                <a:spcPts val="500"/>
              </a:spcBef>
              <a:spcAft>
                <a:spcPts val="0"/>
              </a:spcAft>
              <a:buClr>
                <a:schemeClr val="lt1"/>
              </a:buClr>
              <a:buSzPts val="1600"/>
              <a:buNone/>
              <a:defRPr sz="1600"/>
            </a:lvl9pPr>
          </a:lstStyle>
          <a:p>
            <a:endParaRPr/>
          </a:p>
        </p:txBody>
      </p:sp>
      <p:sp>
        <p:nvSpPr>
          <p:cNvPr id="299" name="Google Shape;299;p97"/>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00"/>
        <p:cNvGrpSpPr/>
        <p:nvPr/>
      </p:nvGrpSpPr>
      <p:grpSpPr>
        <a:xfrm>
          <a:off x="0" y="0"/>
          <a:ext cx="0" cy="0"/>
          <a:chOff x="0" y="0"/>
          <a:chExt cx="0" cy="0"/>
        </a:xfrm>
      </p:grpSpPr>
      <p:sp>
        <p:nvSpPr>
          <p:cNvPr id="301" name="Google Shape;301;p98"/>
          <p:cNvSpPr txBox="1">
            <a:spLocks noGrp="1"/>
          </p:cNvSpPr>
          <p:nvPr>
            <p:ph type="title"/>
          </p:nvPr>
        </p:nvSpPr>
        <p:spPr>
          <a:xfrm>
            <a:off x="812800" y="152400"/>
            <a:ext cx="10117667" cy="6858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2" name="Google Shape;302;p98"/>
          <p:cNvSpPr txBox="1">
            <a:spLocks noGrp="1"/>
          </p:cNvSpPr>
          <p:nvPr>
            <p:ph type="body" idx="1"/>
          </p:nvPr>
        </p:nvSpPr>
        <p:spPr>
          <a:xfrm>
            <a:off x="812800" y="1266825"/>
            <a:ext cx="5435600" cy="4905375"/>
          </a:xfrm>
          <a:prstGeom prst="rect">
            <a:avLst/>
          </a:prstGeom>
          <a:noFill/>
          <a:ln>
            <a:noFill/>
          </a:ln>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03" name="Google Shape;303;p98"/>
          <p:cNvSpPr txBox="1">
            <a:spLocks noGrp="1"/>
          </p:cNvSpPr>
          <p:nvPr>
            <p:ph type="body" idx="2"/>
          </p:nvPr>
        </p:nvSpPr>
        <p:spPr>
          <a:xfrm>
            <a:off x="6451600" y="1266825"/>
            <a:ext cx="5435600" cy="4905375"/>
          </a:xfrm>
          <a:prstGeom prst="rect">
            <a:avLst/>
          </a:prstGeom>
          <a:noFill/>
          <a:ln>
            <a:noFill/>
          </a:ln>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04" name="Google Shape;304;p98"/>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5"/>
        <p:cNvGrpSpPr/>
        <p:nvPr/>
      </p:nvGrpSpPr>
      <p:grpSpPr>
        <a:xfrm>
          <a:off x="0" y="0"/>
          <a:ext cx="0" cy="0"/>
          <a:chOff x="0" y="0"/>
          <a:chExt cx="0" cy="0"/>
        </a:xfrm>
      </p:grpSpPr>
      <p:sp>
        <p:nvSpPr>
          <p:cNvPr id="306" name="Google Shape;306;p99"/>
          <p:cNvSpPr txBox="1">
            <a:spLocks noGrp="1"/>
          </p:cNvSpPr>
          <p:nvPr>
            <p:ph type="title"/>
          </p:nvPr>
        </p:nvSpPr>
        <p:spPr>
          <a:xfrm>
            <a:off x="840317" y="365126"/>
            <a:ext cx="10515600" cy="1325563"/>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99"/>
          <p:cNvSpPr txBox="1">
            <a:spLocks noGrp="1"/>
          </p:cNvSpPr>
          <p:nvPr>
            <p:ph type="body" idx="1"/>
          </p:nvPr>
        </p:nvSpPr>
        <p:spPr>
          <a:xfrm>
            <a:off x="840318" y="1681163"/>
            <a:ext cx="5158316"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SzPts val="1800"/>
              <a:buNone/>
              <a:defRPr sz="2400" b="1"/>
            </a:lvl1pPr>
            <a:lvl2pPr marL="914400" lvl="1" indent="-228600" algn="l">
              <a:lnSpc>
                <a:spcPct val="100000"/>
              </a:lnSpc>
              <a:spcBef>
                <a:spcPts val="400"/>
              </a:spcBef>
              <a:spcAft>
                <a:spcPts val="0"/>
              </a:spcAft>
              <a:buSzPts val="2000"/>
              <a:buFont typeface="Times New Roman"/>
              <a:buNone/>
              <a:defRPr sz="2000" b="1"/>
            </a:lvl2pPr>
            <a:lvl3pPr marL="1371600" lvl="2" indent="-228600" algn="l">
              <a:lnSpc>
                <a:spcPct val="100000"/>
              </a:lnSpc>
              <a:spcBef>
                <a:spcPts val="360"/>
              </a:spcBef>
              <a:spcAft>
                <a:spcPts val="0"/>
              </a:spcAft>
              <a:buSzPts val="1800"/>
              <a:buFont typeface="Times New Roman"/>
              <a:buNone/>
              <a:defRPr sz="1800" b="1"/>
            </a:lvl3pPr>
            <a:lvl4pPr marL="1828800" lvl="3" indent="-228600" algn="l">
              <a:lnSpc>
                <a:spcPct val="100000"/>
              </a:lnSpc>
              <a:spcBef>
                <a:spcPts val="320"/>
              </a:spcBef>
              <a:spcAft>
                <a:spcPts val="0"/>
              </a:spcAft>
              <a:buSzPts val="1600"/>
              <a:buFont typeface="Times New Roman"/>
              <a:buNone/>
              <a:defRPr sz="1600" b="1"/>
            </a:lvl4pPr>
            <a:lvl5pPr marL="2286000" lvl="4" indent="-228600" algn="l">
              <a:lnSpc>
                <a:spcPct val="100000"/>
              </a:lnSpc>
              <a:spcBef>
                <a:spcPts val="320"/>
              </a:spcBef>
              <a:spcAft>
                <a:spcPts val="0"/>
              </a:spcAft>
              <a:buSzPts val="1600"/>
              <a:buFont typeface="Times New Roman"/>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08" name="Google Shape;308;p99"/>
          <p:cNvSpPr txBox="1">
            <a:spLocks noGrp="1"/>
          </p:cNvSpPr>
          <p:nvPr>
            <p:ph type="body" idx="2"/>
          </p:nvPr>
        </p:nvSpPr>
        <p:spPr>
          <a:xfrm>
            <a:off x="840318" y="2505075"/>
            <a:ext cx="5158316" cy="3684588"/>
          </a:xfrm>
          <a:prstGeom prst="rect">
            <a:avLst/>
          </a:prstGeom>
          <a:noFill/>
          <a:ln>
            <a:noFill/>
          </a:ln>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09" name="Google Shape;309;p99"/>
          <p:cNvSpPr txBox="1">
            <a:spLocks noGrp="1"/>
          </p:cNvSpPr>
          <p:nvPr>
            <p:ph type="body" idx="3"/>
          </p:nvPr>
        </p:nvSpPr>
        <p:spPr>
          <a:xfrm>
            <a:off x="6172200" y="1681163"/>
            <a:ext cx="5183717"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SzPts val="1800"/>
              <a:buNone/>
              <a:defRPr sz="2400" b="1"/>
            </a:lvl1pPr>
            <a:lvl2pPr marL="914400" lvl="1" indent="-228600" algn="l">
              <a:lnSpc>
                <a:spcPct val="100000"/>
              </a:lnSpc>
              <a:spcBef>
                <a:spcPts val="400"/>
              </a:spcBef>
              <a:spcAft>
                <a:spcPts val="0"/>
              </a:spcAft>
              <a:buSzPts val="2000"/>
              <a:buFont typeface="Times New Roman"/>
              <a:buNone/>
              <a:defRPr sz="2000" b="1"/>
            </a:lvl2pPr>
            <a:lvl3pPr marL="1371600" lvl="2" indent="-228600" algn="l">
              <a:lnSpc>
                <a:spcPct val="100000"/>
              </a:lnSpc>
              <a:spcBef>
                <a:spcPts val="360"/>
              </a:spcBef>
              <a:spcAft>
                <a:spcPts val="0"/>
              </a:spcAft>
              <a:buSzPts val="1800"/>
              <a:buFont typeface="Times New Roman"/>
              <a:buNone/>
              <a:defRPr sz="1800" b="1"/>
            </a:lvl3pPr>
            <a:lvl4pPr marL="1828800" lvl="3" indent="-228600" algn="l">
              <a:lnSpc>
                <a:spcPct val="100000"/>
              </a:lnSpc>
              <a:spcBef>
                <a:spcPts val="320"/>
              </a:spcBef>
              <a:spcAft>
                <a:spcPts val="0"/>
              </a:spcAft>
              <a:buSzPts val="1600"/>
              <a:buFont typeface="Times New Roman"/>
              <a:buNone/>
              <a:defRPr sz="1600" b="1"/>
            </a:lvl4pPr>
            <a:lvl5pPr marL="2286000" lvl="4" indent="-228600" algn="l">
              <a:lnSpc>
                <a:spcPct val="100000"/>
              </a:lnSpc>
              <a:spcBef>
                <a:spcPts val="320"/>
              </a:spcBef>
              <a:spcAft>
                <a:spcPts val="0"/>
              </a:spcAft>
              <a:buSzPts val="1600"/>
              <a:buFont typeface="Times New Roman"/>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10" name="Google Shape;310;p99"/>
          <p:cNvSpPr txBox="1">
            <a:spLocks noGrp="1"/>
          </p:cNvSpPr>
          <p:nvPr>
            <p:ph type="body" idx="4"/>
          </p:nvPr>
        </p:nvSpPr>
        <p:spPr>
          <a:xfrm>
            <a:off x="6172200" y="2505075"/>
            <a:ext cx="5183717" cy="3684588"/>
          </a:xfrm>
          <a:prstGeom prst="rect">
            <a:avLst/>
          </a:prstGeom>
          <a:noFill/>
          <a:ln>
            <a:noFill/>
          </a:ln>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11" name="Google Shape;311;p99"/>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2"/>
        <p:cNvGrpSpPr/>
        <p:nvPr/>
      </p:nvGrpSpPr>
      <p:grpSpPr>
        <a:xfrm>
          <a:off x="0" y="0"/>
          <a:ext cx="0" cy="0"/>
          <a:chOff x="0" y="0"/>
          <a:chExt cx="0" cy="0"/>
        </a:xfrm>
      </p:grpSpPr>
      <p:sp>
        <p:nvSpPr>
          <p:cNvPr id="313" name="Google Shape;313;p100"/>
          <p:cNvSpPr txBox="1">
            <a:spLocks noGrp="1"/>
          </p:cNvSpPr>
          <p:nvPr>
            <p:ph type="title"/>
          </p:nvPr>
        </p:nvSpPr>
        <p:spPr>
          <a:xfrm>
            <a:off x="812800" y="152400"/>
            <a:ext cx="10117667" cy="6858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4" name="Google Shape;314;p100"/>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01"/>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7"/>
        <p:cNvGrpSpPr/>
        <p:nvPr/>
      </p:nvGrpSpPr>
      <p:grpSpPr>
        <a:xfrm>
          <a:off x="0" y="0"/>
          <a:ext cx="0" cy="0"/>
          <a:chOff x="0" y="0"/>
          <a:chExt cx="0" cy="0"/>
        </a:xfrm>
      </p:grpSpPr>
      <p:sp>
        <p:nvSpPr>
          <p:cNvPr id="318" name="Google Shape;318;p102"/>
          <p:cNvSpPr txBox="1">
            <a:spLocks noGrp="1"/>
          </p:cNvSpPr>
          <p:nvPr>
            <p:ph type="title"/>
          </p:nvPr>
        </p:nvSpPr>
        <p:spPr>
          <a:xfrm>
            <a:off x="840318" y="457200"/>
            <a:ext cx="3932767" cy="1600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9" name="Google Shape;319;p102"/>
          <p:cNvSpPr txBox="1">
            <a:spLocks noGrp="1"/>
          </p:cNvSpPr>
          <p:nvPr>
            <p:ph type="body" idx="1"/>
          </p:nvPr>
        </p:nvSpPr>
        <p:spPr>
          <a:xfrm>
            <a:off x="5183717" y="987426"/>
            <a:ext cx="6172200" cy="4873625"/>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640"/>
              </a:spcBef>
              <a:spcAft>
                <a:spcPts val="0"/>
              </a:spcAft>
              <a:buSzPts val="2400"/>
              <a:buChar char="●"/>
              <a:defRPr sz="3200"/>
            </a:lvl1pPr>
            <a:lvl2pPr marL="914400" lvl="1" indent="-406400" algn="l">
              <a:lnSpc>
                <a:spcPct val="100000"/>
              </a:lnSpc>
              <a:spcBef>
                <a:spcPts val="560"/>
              </a:spcBef>
              <a:spcAft>
                <a:spcPts val="0"/>
              </a:spcAft>
              <a:buSzPts val="2800"/>
              <a:buFont typeface="Times New Roman"/>
              <a:buChar char="•"/>
              <a:defRPr sz="2800"/>
            </a:lvl2pPr>
            <a:lvl3pPr marL="1371600" lvl="2" indent="-381000" algn="l">
              <a:lnSpc>
                <a:spcPct val="100000"/>
              </a:lnSpc>
              <a:spcBef>
                <a:spcPts val="480"/>
              </a:spcBef>
              <a:spcAft>
                <a:spcPts val="0"/>
              </a:spcAft>
              <a:buSzPts val="2400"/>
              <a:buFont typeface="Times New Roman"/>
              <a:buChar char="–"/>
              <a:defRPr sz="2400"/>
            </a:lvl3pPr>
            <a:lvl4pPr marL="1828800" lvl="3" indent="-355600" algn="l">
              <a:lnSpc>
                <a:spcPct val="100000"/>
              </a:lnSpc>
              <a:spcBef>
                <a:spcPts val="400"/>
              </a:spcBef>
              <a:spcAft>
                <a:spcPts val="0"/>
              </a:spcAft>
              <a:buSzPts val="2000"/>
              <a:buFont typeface="Times New Roman"/>
              <a:buChar char="–"/>
              <a:defRPr sz="2000"/>
            </a:lvl4pPr>
            <a:lvl5pPr marL="2286000" lvl="4" indent="-355600" algn="l">
              <a:lnSpc>
                <a:spcPct val="100000"/>
              </a:lnSpc>
              <a:spcBef>
                <a:spcPts val="400"/>
              </a:spcBef>
              <a:spcAft>
                <a:spcPts val="0"/>
              </a:spcAft>
              <a:buSzPts val="2000"/>
              <a:buFont typeface="Times New Roman"/>
              <a:buChar char="»"/>
              <a:defRPr sz="2000"/>
            </a:lvl5pPr>
            <a:lvl6pPr marL="2743200" lvl="5" indent="-355600" algn="l">
              <a:lnSpc>
                <a:spcPct val="90000"/>
              </a:lnSpc>
              <a:spcBef>
                <a:spcPts val="500"/>
              </a:spcBef>
              <a:spcAft>
                <a:spcPts val="0"/>
              </a:spcAft>
              <a:buClr>
                <a:schemeClr val="lt1"/>
              </a:buClr>
              <a:buSzPts val="2000"/>
              <a:buChar char="•"/>
              <a:defRPr sz="2000"/>
            </a:lvl6pPr>
            <a:lvl7pPr marL="3200400" lvl="6" indent="-355600" algn="l">
              <a:lnSpc>
                <a:spcPct val="90000"/>
              </a:lnSpc>
              <a:spcBef>
                <a:spcPts val="500"/>
              </a:spcBef>
              <a:spcAft>
                <a:spcPts val="0"/>
              </a:spcAft>
              <a:buClr>
                <a:schemeClr val="lt1"/>
              </a:buClr>
              <a:buSzPts val="2000"/>
              <a:buChar char="•"/>
              <a:defRPr sz="2000"/>
            </a:lvl7pPr>
            <a:lvl8pPr marL="3657600" lvl="7" indent="-355600" algn="l">
              <a:lnSpc>
                <a:spcPct val="90000"/>
              </a:lnSpc>
              <a:spcBef>
                <a:spcPts val="500"/>
              </a:spcBef>
              <a:spcAft>
                <a:spcPts val="0"/>
              </a:spcAft>
              <a:buClr>
                <a:schemeClr val="lt1"/>
              </a:buClr>
              <a:buSzPts val="2000"/>
              <a:buChar char="•"/>
              <a:defRPr sz="2000"/>
            </a:lvl8pPr>
            <a:lvl9pPr marL="4114800" lvl="8" indent="-355600" algn="l">
              <a:lnSpc>
                <a:spcPct val="90000"/>
              </a:lnSpc>
              <a:spcBef>
                <a:spcPts val="500"/>
              </a:spcBef>
              <a:spcAft>
                <a:spcPts val="0"/>
              </a:spcAft>
              <a:buClr>
                <a:schemeClr val="lt1"/>
              </a:buClr>
              <a:buSzPts val="2000"/>
              <a:buChar char="•"/>
              <a:defRPr sz="2000"/>
            </a:lvl9pPr>
          </a:lstStyle>
          <a:p>
            <a:endParaRPr/>
          </a:p>
        </p:txBody>
      </p:sp>
      <p:sp>
        <p:nvSpPr>
          <p:cNvPr id="320" name="Google Shape;320;p102"/>
          <p:cNvSpPr txBox="1">
            <a:spLocks noGrp="1"/>
          </p:cNvSpPr>
          <p:nvPr>
            <p:ph type="body" idx="2"/>
          </p:nvPr>
        </p:nvSpPr>
        <p:spPr>
          <a:xfrm>
            <a:off x="840318" y="2057400"/>
            <a:ext cx="3932767"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SzPts val="1200"/>
              <a:buNone/>
              <a:defRPr sz="1600"/>
            </a:lvl1pPr>
            <a:lvl2pPr marL="914400" lvl="1" indent="-228600" algn="l">
              <a:lnSpc>
                <a:spcPct val="100000"/>
              </a:lnSpc>
              <a:spcBef>
                <a:spcPts val="280"/>
              </a:spcBef>
              <a:spcAft>
                <a:spcPts val="0"/>
              </a:spcAft>
              <a:buSzPts val="1400"/>
              <a:buFont typeface="Times New Roman"/>
              <a:buNone/>
              <a:defRPr sz="1400"/>
            </a:lvl2pPr>
            <a:lvl3pPr marL="1371600" lvl="2" indent="-228600" algn="l">
              <a:lnSpc>
                <a:spcPct val="100000"/>
              </a:lnSpc>
              <a:spcBef>
                <a:spcPts val="240"/>
              </a:spcBef>
              <a:spcAft>
                <a:spcPts val="0"/>
              </a:spcAft>
              <a:buSzPts val="1200"/>
              <a:buFont typeface="Times New Roman"/>
              <a:buNone/>
              <a:defRPr sz="1200"/>
            </a:lvl3pPr>
            <a:lvl4pPr marL="1828800" lvl="3" indent="-228600" algn="l">
              <a:lnSpc>
                <a:spcPct val="100000"/>
              </a:lnSpc>
              <a:spcBef>
                <a:spcPts val="200"/>
              </a:spcBef>
              <a:spcAft>
                <a:spcPts val="0"/>
              </a:spcAft>
              <a:buSzPts val="1000"/>
              <a:buFont typeface="Times New Roman"/>
              <a:buNone/>
              <a:defRPr sz="1000"/>
            </a:lvl4pPr>
            <a:lvl5pPr marL="2286000" lvl="4" indent="-228600" algn="l">
              <a:lnSpc>
                <a:spcPct val="100000"/>
              </a:lnSpc>
              <a:spcBef>
                <a:spcPts val="200"/>
              </a:spcBef>
              <a:spcAft>
                <a:spcPts val="0"/>
              </a:spcAft>
              <a:buSzPts val="1000"/>
              <a:buFont typeface="Times New Roman"/>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321" name="Google Shape;321;p102"/>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2"/>
        <p:cNvGrpSpPr/>
        <p:nvPr/>
      </p:nvGrpSpPr>
      <p:grpSpPr>
        <a:xfrm>
          <a:off x="0" y="0"/>
          <a:ext cx="0" cy="0"/>
          <a:chOff x="0" y="0"/>
          <a:chExt cx="0" cy="0"/>
        </a:xfrm>
      </p:grpSpPr>
      <p:sp>
        <p:nvSpPr>
          <p:cNvPr id="323" name="Google Shape;323;p103"/>
          <p:cNvSpPr txBox="1">
            <a:spLocks noGrp="1"/>
          </p:cNvSpPr>
          <p:nvPr>
            <p:ph type="title"/>
          </p:nvPr>
        </p:nvSpPr>
        <p:spPr>
          <a:xfrm>
            <a:off x="840318" y="457200"/>
            <a:ext cx="3932767" cy="1600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4" name="Google Shape;324;p103"/>
          <p:cNvSpPr>
            <a:spLocks noGrp="1"/>
          </p:cNvSpPr>
          <p:nvPr>
            <p:ph type="pic" idx="2"/>
          </p:nvPr>
        </p:nvSpPr>
        <p:spPr>
          <a:xfrm>
            <a:off x="5183717" y="987426"/>
            <a:ext cx="6172200" cy="4873625"/>
          </a:xfrm>
          <a:prstGeom prst="rect">
            <a:avLst/>
          </a:prstGeom>
          <a:noFill/>
          <a:ln>
            <a:noFill/>
          </a:ln>
        </p:spPr>
      </p:sp>
      <p:sp>
        <p:nvSpPr>
          <p:cNvPr id="325" name="Google Shape;325;p103"/>
          <p:cNvSpPr txBox="1">
            <a:spLocks noGrp="1"/>
          </p:cNvSpPr>
          <p:nvPr>
            <p:ph type="body" idx="1"/>
          </p:nvPr>
        </p:nvSpPr>
        <p:spPr>
          <a:xfrm>
            <a:off x="840318" y="2057400"/>
            <a:ext cx="3932767"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SzPts val="1200"/>
              <a:buNone/>
              <a:defRPr sz="1600"/>
            </a:lvl1pPr>
            <a:lvl2pPr marL="914400" lvl="1" indent="-228600" algn="l">
              <a:lnSpc>
                <a:spcPct val="100000"/>
              </a:lnSpc>
              <a:spcBef>
                <a:spcPts val="280"/>
              </a:spcBef>
              <a:spcAft>
                <a:spcPts val="0"/>
              </a:spcAft>
              <a:buSzPts val="1400"/>
              <a:buFont typeface="Times New Roman"/>
              <a:buNone/>
              <a:defRPr sz="1400"/>
            </a:lvl2pPr>
            <a:lvl3pPr marL="1371600" lvl="2" indent="-228600" algn="l">
              <a:lnSpc>
                <a:spcPct val="100000"/>
              </a:lnSpc>
              <a:spcBef>
                <a:spcPts val="240"/>
              </a:spcBef>
              <a:spcAft>
                <a:spcPts val="0"/>
              </a:spcAft>
              <a:buSzPts val="1200"/>
              <a:buFont typeface="Times New Roman"/>
              <a:buNone/>
              <a:defRPr sz="1200"/>
            </a:lvl3pPr>
            <a:lvl4pPr marL="1828800" lvl="3" indent="-228600" algn="l">
              <a:lnSpc>
                <a:spcPct val="100000"/>
              </a:lnSpc>
              <a:spcBef>
                <a:spcPts val="200"/>
              </a:spcBef>
              <a:spcAft>
                <a:spcPts val="0"/>
              </a:spcAft>
              <a:buSzPts val="1000"/>
              <a:buFont typeface="Times New Roman"/>
              <a:buNone/>
              <a:defRPr sz="1000"/>
            </a:lvl4pPr>
            <a:lvl5pPr marL="2286000" lvl="4" indent="-228600" algn="l">
              <a:lnSpc>
                <a:spcPct val="100000"/>
              </a:lnSpc>
              <a:spcBef>
                <a:spcPts val="200"/>
              </a:spcBef>
              <a:spcAft>
                <a:spcPts val="0"/>
              </a:spcAft>
              <a:buSzPts val="1000"/>
              <a:buFont typeface="Times New Roman"/>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326" name="Google Shape;326;p103"/>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27"/>
        <p:cNvGrpSpPr/>
        <p:nvPr/>
      </p:nvGrpSpPr>
      <p:grpSpPr>
        <a:xfrm>
          <a:off x="0" y="0"/>
          <a:ext cx="0" cy="0"/>
          <a:chOff x="0" y="0"/>
          <a:chExt cx="0" cy="0"/>
        </a:xfrm>
      </p:grpSpPr>
      <p:sp>
        <p:nvSpPr>
          <p:cNvPr id="328" name="Google Shape;328;p104"/>
          <p:cNvSpPr txBox="1">
            <a:spLocks noGrp="1"/>
          </p:cNvSpPr>
          <p:nvPr>
            <p:ph type="title"/>
          </p:nvPr>
        </p:nvSpPr>
        <p:spPr>
          <a:xfrm>
            <a:off x="812800" y="152400"/>
            <a:ext cx="10117667" cy="6858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9" name="Google Shape;329;p104"/>
          <p:cNvSpPr txBox="1">
            <a:spLocks noGrp="1"/>
          </p:cNvSpPr>
          <p:nvPr>
            <p:ph type="body" idx="1"/>
          </p:nvPr>
        </p:nvSpPr>
        <p:spPr>
          <a:xfrm rot="5400000">
            <a:off x="3897313" y="-1817687"/>
            <a:ext cx="4905375" cy="11074400"/>
          </a:xfrm>
          <a:prstGeom prst="rect">
            <a:avLst/>
          </a:prstGeom>
          <a:noFill/>
          <a:ln>
            <a:noFill/>
          </a:ln>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30" name="Google Shape;330;p104"/>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1"/>
        <p:cNvGrpSpPr/>
        <p:nvPr/>
      </p:nvGrpSpPr>
      <p:grpSpPr>
        <a:xfrm>
          <a:off x="0" y="0"/>
          <a:ext cx="0" cy="0"/>
          <a:chOff x="0" y="0"/>
          <a:chExt cx="0" cy="0"/>
        </a:xfrm>
      </p:grpSpPr>
      <p:sp>
        <p:nvSpPr>
          <p:cNvPr id="332" name="Google Shape;332;p105"/>
          <p:cNvSpPr txBox="1">
            <a:spLocks noGrp="1"/>
          </p:cNvSpPr>
          <p:nvPr>
            <p:ph type="title"/>
          </p:nvPr>
        </p:nvSpPr>
        <p:spPr>
          <a:xfrm rot="5400000">
            <a:off x="7493000" y="1778000"/>
            <a:ext cx="6019800" cy="27686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3" name="Google Shape;333;p105"/>
          <p:cNvSpPr txBox="1">
            <a:spLocks noGrp="1"/>
          </p:cNvSpPr>
          <p:nvPr>
            <p:ph type="body" idx="1"/>
          </p:nvPr>
        </p:nvSpPr>
        <p:spPr>
          <a:xfrm rot="5400000">
            <a:off x="1854200" y="-889000"/>
            <a:ext cx="6019800" cy="8102600"/>
          </a:xfrm>
          <a:prstGeom prst="rect">
            <a:avLst/>
          </a:prstGeom>
          <a:noFill/>
          <a:ln>
            <a:noFill/>
          </a:ln>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34" name="Google Shape;334;p105"/>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335"/>
        <p:cNvGrpSpPr/>
        <p:nvPr/>
      </p:nvGrpSpPr>
      <p:grpSpPr>
        <a:xfrm>
          <a:off x="0" y="0"/>
          <a:ext cx="0" cy="0"/>
          <a:chOff x="0" y="0"/>
          <a:chExt cx="0" cy="0"/>
        </a:xfrm>
      </p:grpSpPr>
      <p:sp>
        <p:nvSpPr>
          <p:cNvPr id="336" name="Google Shape;336;p106"/>
          <p:cNvSpPr txBox="1">
            <a:spLocks noGrp="1"/>
          </p:cNvSpPr>
          <p:nvPr>
            <p:ph type="title"/>
          </p:nvPr>
        </p:nvSpPr>
        <p:spPr>
          <a:xfrm>
            <a:off x="812800" y="152400"/>
            <a:ext cx="10117667" cy="6858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7" name="Google Shape;337;p106"/>
          <p:cNvSpPr txBox="1">
            <a:spLocks noGrp="1"/>
          </p:cNvSpPr>
          <p:nvPr>
            <p:ph type="body" idx="1"/>
          </p:nvPr>
        </p:nvSpPr>
        <p:spPr>
          <a:xfrm>
            <a:off x="812800" y="1266825"/>
            <a:ext cx="5435600" cy="4905375"/>
          </a:xfrm>
          <a:prstGeom prst="rect">
            <a:avLst/>
          </a:prstGeom>
          <a:noFill/>
          <a:ln>
            <a:noFill/>
          </a:ln>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38" name="Google Shape;338;p106"/>
          <p:cNvSpPr txBox="1">
            <a:spLocks noGrp="1"/>
          </p:cNvSpPr>
          <p:nvPr>
            <p:ph type="body" idx="2"/>
          </p:nvPr>
        </p:nvSpPr>
        <p:spPr>
          <a:xfrm>
            <a:off x="6451600" y="1266825"/>
            <a:ext cx="5435600" cy="4905375"/>
          </a:xfrm>
          <a:prstGeom prst="rect">
            <a:avLst/>
          </a:prstGeom>
          <a:noFill/>
          <a:ln>
            <a:noFill/>
          </a:ln>
        </p:spPr>
        <p:txBody>
          <a:bodyPr spcFirstLastPara="1" wrap="square" lIns="91425" tIns="45700" rIns="91425" bIns="45700" anchor="t" anchorCtr="0">
            <a:noAutofit/>
          </a:bodyPr>
          <a:lstStyle>
            <a:lvl1pPr marL="457200" lvl="0" indent="-314325" algn="l">
              <a:lnSpc>
                <a:spcPct val="100000"/>
              </a:lnSpc>
              <a:spcBef>
                <a:spcPts val="360"/>
              </a:spcBef>
              <a:spcAft>
                <a:spcPts val="0"/>
              </a:spcAft>
              <a:buSzPts val="135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39" name="Google Shape;339;p106"/>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6"/>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56"/>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5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5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5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5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5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56"/>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6"/>
        <p:cNvGrpSpPr/>
        <p:nvPr/>
      </p:nvGrpSpPr>
      <p:grpSpPr>
        <a:xfrm>
          <a:off x="0" y="0"/>
          <a:ext cx="0" cy="0"/>
          <a:chOff x="0" y="0"/>
          <a:chExt cx="0" cy="0"/>
        </a:xfrm>
      </p:grpSpPr>
      <p:sp>
        <p:nvSpPr>
          <p:cNvPr id="107" name="Google Shape;107;p61"/>
          <p:cNvSpPr txBox="1">
            <a:spLocks noGrp="1"/>
          </p:cNvSpPr>
          <p:nvPr>
            <p:ph type="title"/>
          </p:nvPr>
        </p:nvSpPr>
        <p:spPr>
          <a:xfrm>
            <a:off x="1" y="0"/>
            <a:ext cx="12189884" cy="914400"/>
          </a:xfrm>
          <a:prstGeom prst="rect">
            <a:avLst/>
          </a:prstGeom>
          <a:noFill/>
          <a:ln>
            <a:noFill/>
          </a:ln>
        </p:spPr>
        <p:txBody>
          <a:bodyPr spcFirstLastPara="1" wrap="square" lIns="92075" tIns="46025" rIns="92075" bIns="46025" anchor="ctr" anchorCtr="0">
            <a:noAutofit/>
          </a:bodyPr>
          <a:lstStyle>
            <a:lvl1pPr marR="0" lvl="0" algn="ctr" rtl="0">
              <a:lnSpc>
                <a:spcPct val="100000"/>
              </a:lnSpc>
              <a:spcBef>
                <a:spcPts val="0"/>
              </a:spcBef>
              <a:spcAft>
                <a:spcPts val="0"/>
              </a:spcAft>
              <a:buClr>
                <a:srgbClr val="000000"/>
              </a:buClr>
              <a:buSzPts val="1400"/>
              <a:buFont typeface="Arial"/>
              <a:buNone/>
              <a:defRPr sz="4400" b="0" i="0" u="sng" strike="noStrike" cap="none">
                <a:solidFill>
                  <a:schemeClr val="hlink"/>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sng" strike="noStrike" cap="none">
                <a:solidFill>
                  <a:schemeClr val="hlink"/>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sng" strike="noStrike" cap="none">
                <a:solidFill>
                  <a:schemeClr val="hlink"/>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sng" strike="noStrike" cap="none">
                <a:solidFill>
                  <a:schemeClr val="hlink"/>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sng" strike="noStrike" cap="none">
                <a:solidFill>
                  <a:schemeClr val="hlink"/>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sng" strike="noStrike" cap="none">
                <a:solidFill>
                  <a:schemeClr val="hlink"/>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sng" strike="noStrike" cap="none">
                <a:solidFill>
                  <a:schemeClr val="hlink"/>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sng" strike="noStrike" cap="none">
                <a:solidFill>
                  <a:schemeClr val="hlink"/>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sng" strike="noStrike" cap="none">
                <a:solidFill>
                  <a:schemeClr val="hlink"/>
                </a:solidFill>
                <a:latin typeface="Times New Roman"/>
                <a:ea typeface="Times New Roman"/>
                <a:cs typeface="Times New Roman"/>
                <a:sym typeface="Times New Roman"/>
              </a:defRPr>
            </a:lvl9pPr>
          </a:lstStyle>
          <a:p>
            <a:endParaRPr/>
          </a:p>
        </p:txBody>
      </p:sp>
      <p:sp>
        <p:nvSpPr>
          <p:cNvPr id="108" name="Google Shape;108;p61"/>
          <p:cNvSpPr txBox="1">
            <a:spLocks noGrp="1"/>
          </p:cNvSpPr>
          <p:nvPr>
            <p:ph type="body" idx="1"/>
          </p:nvPr>
        </p:nvSpPr>
        <p:spPr>
          <a:xfrm>
            <a:off x="406400" y="1219200"/>
            <a:ext cx="11277600" cy="4876800"/>
          </a:xfrm>
          <a:prstGeom prst="rect">
            <a:avLst/>
          </a:prstGeom>
          <a:noFill/>
          <a:ln>
            <a:noFill/>
          </a:ln>
        </p:spPr>
        <p:txBody>
          <a:bodyPr spcFirstLastPara="1" wrap="square" lIns="92075" tIns="46025" rIns="92075" bIns="46025" anchor="t" anchorCtr="0">
            <a:noAutofit/>
          </a:bodyPr>
          <a:lstStyle>
            <a:lvl1pPr marL="457200" marR="0" lvl="0" indent="-431800" algn="l" rtl="0">
              <a:lnSpc>
                <a:spcPct val="100000"/>
              </a:lnSpc>
              <a:spcBef>
                <a:spcPts val="640"/>
              </a:spcBef>
              <a:spcAft>
                <a:spcPts val="0"/>
              </a:spcAft>
              <a:buClr>
                <a:srgbClr val="010000"/>
              </a:buClr>
              <a:buSzPts val="3200"/>
              <a:buFont typeface="Noto Sans Symbols"/>
              <a:buChar char="⬥"/>
              <a:defRPr sz="3200" b="0" i="0" u="none" strike="noStrike" cap="none">
                <a:solidFill>
                  <a:srgbClr val="010000"/>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09" name="Google Shape;109;p61"/>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hlink"/>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10" name="Google Shape;110;p61"/>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
        <p:nvSpPr>
          <p:cNvPr id="111" name="Google Shape;111;p61"/>
          <p:cNvSpPr txBox="1"/>
          <p:nvPr/>
        </p:nvSpPr>
        <p:spPr>
          <a:xfrm>
            <a:off x="0" y="6456363"/>
            <a:ext cx="71205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33CC"/>
                </a:solidFill>
                <a:latin typeface="Times New Roman"/>
                <a:ea typeface="Times New Roman"/>
                <a:cs typeface="Times New Roman"/>
                <a:sym typeface="Times New Roman"/>
              </a:rPr>
              <a:t>dc - </a:t>
            </a:r>
            <a:fld id="{00000000-1234-1234-1234-123412341234}" type="slidenum">
              <a:rPr lang="en-US" sz="1400" b="0" i="0" u="none" strike="noStrike" cap="none">
                <a:solidFill>
                  <a:srgbClr val="0033CC"/>
                </a:solidFill>
                <a:latin typeface="Times New Roman"/>
                <a:ea typeface="Times New Roman"/>
                <a:cs typeface="Times New Roman"/>
                <a:sym typeface="Times New Roman"/>
              </a:rPr>
              <a:t>‹#›</a:t>
            </a:fld>
            <a:endParaRPr sz="1400" b="0" i="0" u="none" strike="noStrike" cap="none">
              <a:solidFill>
                <a:srgbClr val="0033CC"/>
              </a:solidFill>
              <a:latin typeface="Times New Roman"/>
              <a:ea typeface="Times New Roman"/>
              <a:cs typeface="Times New Roman"/>
              <a:sym typeface="Times New Roman"/>
            </a:endParaRPr>
          </a:p>
        </p:txBody>
      </p:sp>
      <p:sp>
        <p:nvSpPr>
          <p:cNvPr id="112" name="Google Shape;112;p61"/>
          <p:cNvSpPr txBox="1"/>
          <p:nvPr/>
        </p:nvSpPr>
        <p:spPr>
          <a:xfrm>
            <a:off x="10325100" y="6400800"/>
            <a:ext cx="18473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33CC"/>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a:gsLst>
            <a:gs pos="0">
              <a:schemeClr val="lt2"/>
            </a:gs>
            <a:gs pos="50000">
              <a:schemeClr val="lt1"/>
            </a:gs>
            <a:gs pos="100000">
              <a:schemeClr val="lt2"/>
            </a:gs>
          </a:gsLst>
          <a:lin ang="2700000" scaled="0"/>
        </a:gradFill>
        <a:effectLst/>
      </p:bgPr>
    </p:bg>
    <p:spTree>
      <p:nvGrpSpPr>
        <p:cNvPr id="1" name="Shape 171"/>
        <p:cNvGrpSpPr/>
        <p:nvPr/>
      </p:nvGrpSpPr>
      <p:grpSpPr>
        <a:xfrm>
          <a:off x="0" y="0"/>
          <a:ext cx="0" cy="0"/>
          <a:chOff x="0" y="0"/>
          <a:chExt cx="0" cy="0"/>
        </a:xfrm>
      </p:grpSpPr>
      <p:sp>
        <p:nvSpPr>
          <p:cNvPr id="172" name="Google Shape;172;p64"/>
          <p:cNvSpPr txBox="1">
            <a:spLocks noGrp="1"/>
          </p:cNvSpPr>
          <p:nvPr>
            <p:ph type="title"/>
          </p:nvPr>
        </p:nvSpPr>
        <p:spPr>
          <a:xfrm>
            <a:off x="1625600" y="0"/>
            <a:ext cx="103632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0" i="1" u="none" strike="noStrike" cap="none">
                <a:solidFill>
                  <a:schemeClr val="hlink"/>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4000" b="0" i="1" u="none" strike="noStrike" cap="none">
                <a:solidFill>
                  <a:schemeClr val="hlink"/>
                </a:solidFill>
                <a:latin typeface="Georgia"/>
                <a:ea typeface="Georgia"/>
                <a:cs typeface="Georgia"/>
                <a:sym typeface="Georgia"/>
              </a:defRPr>
            </a:lvl2pPr>
            <a:lvl3pPr marR="0" lvl="2" algn="l" rtl="0">
              <a:lnSpc>
                <a:spcPct val="100000"/>
              </a:lnSpc>
              <a:spcBef>
                <a:spcPts val="0"/>
              </a:spcBef>
              <a:spcAft>
                <a:spcPts val="0"/>
              </a:spcAft>
              <a:buClr>
                <a:srgbClr val="000000"/>
              </a:buClr>
              <a:buSzPts val="1400"/>
              <a:buFont typeface="Arial"/>
              <a:buNone/>
              <a:defRPr sz="4000" b="0" i="1" u="none" strike="noStrike" cap="none">
                <a:solidFill>
                  <a:schemeClr val="hlink"/>
                </a:solidFill>
                <a:latin typeface="Georgia"/>
                <a:ea typeface="Georgia"/>
                <a:cs typeface="Georgia"/>
                <a:sym typeface="Georgia"/>
              </a:defRPr>
            </a:lvl3pPr>
            <a:lvl4pPr marR="0" lvl="3" algn="l" rtl="0">
              <a:lnSpc>
                <a:spcPct val="100000"/>
              </a:lnSpc>
              <a:spcBef>
                <a:spcPts val="0"/>
              </a:spcBef>
              <a:spcAft>
                <a:spcPts val="0"/>
              </a:spcAft>
              <a:buClr>
                <a:srgbClr val="000000"/>
              </a:buClr>
              <a:buSzPts val="1400"/>
              <a:buFont typeface="Arial"/>
              <a:buNone/>
              <a:defRPr sz="4000" b="0" i="1" u="none" strike="noStrike" cap="none">
                <a:solidFill>
                  <a:schemeClr val="hlink"/>
                </a:solidFill>
                <a:latin typeface="Georgia"/>
                <a:ea typeface="Georgia"/>
                <a:cs typeface="Georgia"/>
                <a:sym typeface="Georgia"/>
              </a:defRPr>
            </a:lvl4pPr>
            <a:lvl5pPr marR="0" lvl="4" algn="l" rtl="0">
              <a:lnSpc>
                <a:spcPct val="100000"/>
              </a:lnSpc>
              <a:spcBef>
                <a:spcPts val="0"/>
              </a:spcBef>
              <a:spcAft>
                <a:spcPts val="0"/>
              </a:spcAft>
              <a:buClr>
                <a:srgbClr val="000000"/>
              </a:buClr>
              <a:buSzPts val="1400"/>
              <a:buFont typeface="Arial"/>
              <a:buNone/>
              <a:defRPr sz="4000" b="0" i="1" u="none" strike="noStrike" cap="none">
                <a:solidFill>
                  <a:schemeClr val="hlink"/>
                </a:solidFill>
                <a:latin typeface="Georgia"/>
                <a:ea typeface="Georgia"/>
                <a:cs typeface="Georgia"/>
                <a:sym typeface="Georgia"/>
              </a:defRPr>
            </a:lvl5pPr>
            <a:lvl6pPr marR="0" lvl="5" algn="l" rtl="0">
              <a:lnSpc>
                <a:spcPct val="100000"/>
              </a:lnSpc>
              <a:spcBef>
                <a:spcPts val="0"/>
              </a:spcBef>
              <a:spcAft>
                <a:spcPts val="0"/>
              </a:spcAft>
              <a:buClr>
                <a:srgbClr val="000000"/>
              </a:buClr>
              <a:buSzPts val="1400"/>
              <a:buFont typeface="Arial"/>
              <a:buNone/>
              <a:defRPr sz="4000" b="0" i="1" u="none" strike="noStrike" cap="none">
                <a:solidFill>
                  <a:schemeClr val="hlink"/>
                </a:solidFill>
                <a:latin typeface="Georgia"/>
                <a:ea typeface="Georgia"/>
                <a:cs typeface="Georgia"/>
                <a:sym typeface="Georgia"/>
              </a:defRPr>
            </a:lvl6pPr>
            <a:lvl7pPr marR="0" lvl="6" algn="l" rtl="0">
              <a:lnSpc>
                <a:spcPct val="100000"/>
              </a:lnSpc>
              <a:spcBef>
                <a:spcPts val="0"/>
              </a:spcBef>
              <a:spcAft>
                <a:spcPts val="0"/>
              </a:spcAft>
              <a:buClr>
                <a:srgbClr val="000000"/>
              </a:buClr>
              <a:buSzPts val="1400"/>
              <a:buFont typeface="Arial"/>
              <a:buNone/>
              <a:defRPr sz="4000" b="0" i="1" u="none" strike="noStrike" cap="none">
                <a:solidFill>
                  <a:schemeClr val="hlink"/>
                </a:solidFill>
                <a:latin typeface="Georgia"/>
                <a:ea typeface="Georgia"/>
                <a:cs typeface="Georgia"/>
                <a:sym typeface="Georgia"/>
              </a:defRPr>
            </a:lvl7pPr>
            <a:lvl8pPr marR="0" lvl="7" algn="l" rtl="0">
              <a:lnSpc>
                <a:spcPct val="100000"/>
              </a:lnSpc>
              <a:spcBef>
                <a:spcPts val="0"/>
              </a:spcBef>
              <a:spcAft>
                <a:spcPts val="0"/>
              </a:spcAft>
              <a:buClr>
                <a:srgbClr val="000000"/>
              </a:buClr>
              <a:buSzPts val="1400"/>
              <a:buFont typeface="Arial"/>
              <a:buNone/>
              <a:defRPr sz="4000" b="0" i="1" u="none" strike="noStrike" cap="none">
                <a:solidFill>
                  <a:schemeClr val="hlink"/>
                </a:solidFill>
                <a:latin typeface="Georgia"/>
                <a:ea typeface="Georgia"/>
                <a:cs typeface="Georgia"/>
                <a:sym typeface="Georgia"/>
              </a:defRPr>
            </a:lvl8pPr>
            <a:lvl9pPr marR="0" lvl="8" algn="l" rtl="0">
              <a:lnSpc>
                <a:spcPct val="100000"/>
              </a:lnSpc>
              <a:spcBef>
                <a:spcPts val="0"/>
              </a:spcBef>
              <a:spcAft>
                <a:spcPts val="0"/>
              </a:spcAft>
              <a:buClr>
                <a:srgbClr val="000000"/>
              </a:buClr>
              <a:buSzPts val="1400"/>
              <a:buFont typeface="Arial"/>
              <a:buNone/>
              <a:defRPr sz="4000" b="0" i="1" u="none" strike="noStrike" cap="none">
                <a:solidFill>
                  <a:schemeClr val="hlink"/>
                </a:solidFill>
                <a:latin typeface="Georgia"/>
                <a:ea typeface="Georgia"/>
                <a:cs typeface="Georgia"/>
                <a:sym typeface="Georgia"/>
              </a:defRPr>
            </a:lvl9pPr>
          </a:lstStyle>
          <a:p>
            <a:endParaRPr/>
          </a:p>
        </p:txBody>
      </p:sp>
      <p:sp>
        <p:nvSpPr>
          <p:cNvPr id="173" name="Google Shape;173;p64"/>
          <p:cNvSpPr txBox="1">
            <a:spLocks noGrp="1"/>
          </p:cNvSpPr>
          <p:nvPr>
            <p:ph type="body" idx="1"/>
          </p:nvPr>
        </p:nvSpPr>
        <p:spPr>
          <a:xfrm>
            <a:off x="914400" y="1371600"/>
            <a:ext cx="10363200" cy="48910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Georgia"/>
              <a:buChar char="•"/>
              <a:defRPr sz="2800" b="0" i="0" u="none" strike="noStrike" cap="none">
                <a:solidFill>
                  <a:schemeClr val="dk1"/>
                </a:solidFill>
                <a:latin typeface="Georgia"/>
                <a:ea typeface="Georgia"/>
                <a:cs typeface="Georgia"/>
                <a:sym typeface="Georgia"/>
              </a:defRPr>
            </a:lvl1pPr>
            <a:lvl2pPr marL="914400" marR="0" lvl="1" indent="-342900" algn="l" rtl="0">
              <a:lnSpc>
                <a:spcPct val="100000"/>
              </a:lnSpc>
              <a:spcBef>
                <a:spcPts val="480"/>
              </a:spcBef>
              <a:spcAft>
                <a:spcPts val="0"/>
              </a:spcAft>
              <a:buClr>
                <a:schemeClr val="dk1"/>
              </a:buClr>
              <a:buSzPts val="1800"/>
              <a:buFont typeface="Georgia"/>
              <a:buChar char="•"/>
              <a:defRPr sz="2400" b="0" i="0" u="none" strike="noStrike" cap="none">
                <a:solidFill>
                  <a:schemeClr val="dk1"/>
                </a:solidFill>
                <a:latin typeface="Georgia"/>
                <a:ea typeface="Georgia"/>
                <a:cs typeface="Georgia"/>
                <a:sym typeface="Georgia"/>
              </a:defRPr>
            </a:lvl2pPr>
            <a:lvl3pPr marL="1371600" marR="0" lvl="2" indent="-355600" algn="l" rtl="0">
              <a:lnSpc>
                <a:spcPct val="100000"/>
              </a:lnSpc>
              <a:spcBef>
                <a:spcPts val="400"/>
              </a:spcBef>
              <a:spcAft>
                <a:spcPts val="0"/>
              </a:spcAft>
              <a:buClr>
                <a:schemeClr val="dk1"/>
              </a:buClr>
              <a:buSzPts val="2000"/>
              <a:buFont typeface="Georgia"/>
              <a:buChar char="•"/>
              <a:defRPr sz="2000" b="0" i="0" u="none" strike="noStrike" cap="none">
                <a:solidFill>
                  <a:schemeClr val="dk1"/>
                </a:solidFill>
                <a:latin typeface="Georgia"/>
                <a:ea typeface="Georgia"/>
                <a:cs typeface="Georgia"/>
                <a:sym typeface="Georgia"/>
              </a:defRPr>
            </a:lvl3pPr>
            <a:lvl4pPr marL="1828800" marR="0" lvl="3" indent="-342900" algn="l" rtl="0">
              <a:lnSpc>
                <a:spcPct val="100000"/>
              </a:lnSpc>
              <a:spcBef>
                <a:spcPts val="360"/>
              </a:spcBef>
              <a:spcAft>
                <a:spcPts val="0"/>
              </a:spcAft>
              <a:buClr>
                <a:schemeClr val="dk1"/>
              </a:buClr>
              <a:buSzPts val="1800"/>
              <a:buFont typeface="Georgia"/>
              <a:buChar char="–"/>
              <a:defRPr sz="1800" b="0" i="0" u="none" strike="noStrike" cap="none">
                <a:solidFill>
                  <a:schemeClr val="dk1"/>
                </a:solidFill>
                <a:latin typeface="Georgia"/>
                <a:ea typeface="Georgia"/>
                <a:cs typeface="Georgia"/>
                <a:sym typeface="Georgia"/>
              </a:defRPr>
            </a:lvl4pPr>
            <a:lvl5pPr marL="2286000" marR="0" lvl="4" indent="-342900" algn="l" rtl="0">
              <a:lnSpc>
                <a:spcPct val="100000"/>
              </a:lnSpc>
              <a:spcBef>
                <a:spcPts val="360"/>
              </a:spcBef>
              <a:spcAft>
                <a:spcPts val="0"/>
              </a:spcAft>
              <a:buClr>
                <a:schemeClr val="dk2"/>
              </a:buClr>
              <a:buSzPts val="1800"/>
              <a:buFont typeface="Georgia"/>
              <a:buChar char="–"/>
              <a:defRPr sz="1800" b="0" i="0" u="none" strike="noStrike" cap="none">
                <a:solidFill>
                  <a:schemeClr val="dk1"/>
                </a:solidFill>
                <a:latin typeface="Georgia"/>
                <a:ea typeface="Georgia"/>
                <a:cs typeface="Georgia"/>
                <a:sym typeface="Georgi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9pPr>
          </a:lstStyle>
          <a:p>
            <a:endParaRPr/>
          </a:p>
        </p:txBody>
      </p:sp>
      <p:sp>
        <p:nvSpPr>
          <p:cNvPr id="174" name="Google Shape;174;p64"/>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9pPr>
          </a:lstStyle>
          <a:p>
            <a:endParaRPr/>
          </a:p>
        </p:txBody>
      </p:sp>
      <p:sp>
        <p:nvSpPr>
          <p:cNvPr id="175" name="Google Shape;175;p64"/>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eorgia"/>
                <a:ea typeface="Georgia"/>
                <a:cs typeface="Georgia"/>
                <a:sym typeface="Georgia"/>
              </a:defRPr>
            </a:lvl9pPr>
          </a:lstStyle>
          <a:p>
            <a:endParaRPr/>
          </a:p>
        </p:txBody>
      </p:sp>
      <p:sp>
        <p:nvSpPr>
          <p:cNvPr id="176" name="Google Shape;176;p64"/>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pic>
        <p:nvPicPr>
          <p:cNvPr id="177" name="Google Shape;177;p64" descr="D:\aka\frontstar-unt.gif"/>
          <p:cNvPicPr preferRelativeResize="0"/>
          <p:nvPr/>
        </p:nvPicPr>
        <p:blipFill rotWithShape="1">
          <a:blip r:embed="rId14">
            <a:alphaModFix/>
          </a:blip>
          <a:srcRect/>
          <a:stretch/>
        </p:blipFill>
        <p:spPr>
          <a:xfrm>
            <a:off x="203201" y="76201"/>
            <a:ext cx="1310217" cy="925513"/>
          </a:xfrm>
          <a:prstGeom prst="rect">
            <a:avLst/>
          </a:prstGeom>
          <a:noFill/>
          <a:ln>
            <a:noFill/>
          </a:ln>
        </p:spPr>
      </p:pic>
      <p:cxnSp>
        <p:nvCxnSpPr>
          <p:cNvPr id="178" name="Google Shape;178;p64"/>
          <p:cNvCxnSpPr/>
          <p:nvPr/>
        </p:nvCxnSpPr>
        <p:spPr>
          <a:xfrm>
            <a:off x="406400" y="1219200"/>
            <a:ext cx="11074400" cy="0"/>
          </a:xfrm>
          <a:prstGeom prst="straightConnector1">
            <a:avLst/>
          </a:prstGeom>
          <a:noFill/>
          <a:ln w="50800" cap="flat" cmpd="sng">
            <a:solidFill>
              <a:srgbClr val="008000"/>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58"/>
        <p:cNvGrpSpPr/>
        <p:nvPr/>
      </p:nvGrpSpPr>
      <p:grpSpPr>
        <a:xfrm>
          <a:off x="0" y="0"/>
          <a:ext cx="0" cy="0"/>
          <a:chOff x="0" y="0"/>
          <a:chExt cx="0" cy="0"/>
        </a:xfrm>
      </p:grpSpPr>
      <p:grpSp>
        <p:nvGrpSpPr>
          <p:cNvPr id="259" name="Google Shape;259;p68"/>
          <p:cNvGrpSpPr/>
          <p:nvPr/>
        </p:nvGrpSpPr>
        <p:grpSpPr>
          <a:xfrm>
            <a:off x="11106151" y="733426"/>
            <a:ext cx="960967" cy="531813"/>
            <a:chOff x="5247" y="462"/>
            <a:chExt cx="454" cy="335"/>
          </a:xfrm>
        </p:grpSpPr>
        <p:sp>
          <p:nvSpPr>
            <p:cNvPr id="260" name="Google Shape;260;p68"/>
            <p:cNvSpPr/>
            <p:nvPr/>
          </p:nvSpPr>
          <p:spPr>
            <a:xfrm rot="10800000" flipH="1">
              <a:off x="5564" y="462"/>
              <a:ext cx="137" cy="335"/>
            </a:xfrm>
            <a:prstGeom prst="parallelogram">
              <a:avLst>
                <a:gd name="adj" fmla="val 52954"/>
              </a:avLst>
            </a:prstGeom>
            <a:gradFill>
              <a:gsLst>
                <a:gs pos="0">
                  <a:schemeClr val="accent2"/>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sp>
          <p:nvSpPr>
            <p:cNvPr id="261" name="Google Shape;261;p68"/>
            <p:cNvSpPr/>
            <p:nvPr/>
          </p:nvSpPr>
          <p:spPr>
            <a:xfrm rot="10800000" flipH="1">
              <a:off x="5407" y="462"/>
              <a:ext cx="138" cy="335"/>
            </a:xfrm>
            <a:prstGeom prst="parallelogram">
              <a:avLst>
                <a:gd name="adj" fmla="val 52954"/>
              </a:avLst>
            </a:prstGeom>
            <a:gradFill>
              <a:gsLst>
                <a:gs pos="0">
                  <a:schemeClr val="accent2"/>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sp>
          <p:nvSpPr>
            <p:cNvPr id="262" name="Google Shape;262;p68"/>
            <p:cNvSpPr/>
            <p:nvPr/>
          </p:nvSpPr>
          <p:spPr>
            <a:xfrm rot="10800000" flipH="1">
              <a:off x="5247" y="462"/>
              <a:ext cx="138" cy="335"/>
            </a:xfrm>
            <a:prstGeom prst="parallelogram">
              <a:avLst>
                <a:gd name="adj" fmla="val 52954"/>
              </a:avLst>
            </a:prstGeom>
            <a:gradFill>
              <a:gsLst>
                <a:gs pos="0">
                  <a:schemeClr val="accent2"/>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grpSp>
      <p:grpSp>
        <p:nvGrpSpPr>
          <p:cNvPr id="263" name="Google Shape;263;p68"/>
          <p:cNvGrpSpPr/>
          <p:nvPr/>
        </p:nvGrpSpPr>
        <p:grpSpPr>
          <a:xfrm>
            <a:off x="103717" y="6040439"/>
            <a:ext cx="709084" cy="727076"/>
            <a:chOff x="49" y="3805"/>
            <a:chExt cx="336" cy="457"/>
          </a:xfrm>
        </p:grpSpPr>
        <p:sp>
          <p:nvSpPr>
            <p:cNvPr id="264" name="Google Shape;264;p68"/>
            <p:cNvSpPr/>
            <p:nvPr/>
          </p:nvSpPr>
          <p:spPr>
            <a:xfrm rot="5400000" flipH="1">
              <a:off x="148" y="3706"/>
              <a:ext cx="137" cy="335"/>
            </a:xfrm>
            <a:prstGeom prst="parallelogram">
              <a:avLst>
                <a:gd name="adj" fmla="val 52954"/>
              </a:avLst>
            </a:prstGeom>
            <a:gradFill>
              <a:gsLst>
                <a:gs pos="0">
                  <a:schemeClr val="accent1"/>
                </a:gs>
                <a:gs pos="100000">
                  <a:schemeClr val="accent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sp>
          <p:nvSpPr>
            <p:cNvPr id="265" name="Google Shape;265;p68"/>
            <p:cNvSpPr/>
            <p:nvPr/>
          </p:nvSpPr>
          <p:spPr>
            <a:xfrm rot="5400000" flipH="1">
              <a:off x="148" y="3869"/>
              <a:ext cx="138" cy="335"/>
            </a:xfrm>
            <a:prstGeom prst="parallelogram">
              <a:avLst>
                <a:gd name="adj" fmla="val 52954"/>
              </a:avLst>
            </a:prstGeom>
            <a:gradFill>
              <a:gsLst>
                <a:gs pos="0">
                  <a:schemeClr val="accent1"/>
                </a:gs>
                <a:gs pos="100000">
                  <a:schemeClr val="accent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sp>
          <p:nvSpPr>
            <p:cNvPr id="266" name="Google Shape;266;p68"/>
            <p:cNvSpPr/>
            <p:nvPr/>
          </p:nvSpPr>
          <p:spPr>
            <a:xfrm rot="5400000" flipH="1">
              <a:off x="148" y="4026"/>
              <a:ext cx="138" cy="335"/>
            </a:xfrm>
            <a:prstGeom prst="parallelogram">
              <a:avLst>
                <a:gd name="adj" fmla="val 52954"/>
              </a:avLst>
            </a:prstGeom>
            <a:gradFill>
              <a:gsLst>
                <a:gs pos="0">
                  <a:schemeClr val="accent1"/>
                </a:gs>
                <a:gs pos="100000">
                  <a:schemeClr val="accent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grpSp>
      <p:sp>
        <p:nvSpPr>
          <p:cNvPr id="267" name="Google Shape;267;p68"/>
          <p:cNvSpPr txBox="1">
            <a:spLocks noGrp="1"/>
          </p:cNvSpPr>
          <p:nvPr>
            <p:ph type="body" idx="1"/>
          </p:nvPr>
        </p:nvSpPr>
        <p:spPr>
          <a:xfrm>
            <a:off x="812800" y="1266825"/>
            <a:ext cx="11074400" cy="4905375"/>
          </a:xfrm>
          <a:prstGeom prst="rect">
            <a:avLst/>
          </a:prstGeom>
          <a:noFill/>
          <a:ln>
            <a:noFill/>
          </a:ln>
        </p:spPr>
        <p:txBody>
          <a:bodyPr spcFirstLastPara="1" wrap="square" lIns="91425" tIns="45700" rIns="91425" bIns="45700" anchor="t" anchorCtr="0">
            <a:noAutofit/>
          </a:bodyPr>
          <a:lstStyle>
            <a:lvl1pPr marL="457200" marR="0" lvl="0" indent="-342900" algn="l" rtl="0">
              <a:lnSpc>
                <a:spcPct val="100000"/>
              </a:lnSpc>
              <a:spcBef>
                <a:spcPts val="480"/>
              </a:spcBef>
              <a:spcAft>
                <a:spcPts val="0"/>
              </a:spcAft>
              <a:buClr>
                <a:srgbClr val="A50021"/>
              </a:buClr>
              <a:buSzPts val="1800"/>
              <a:buFont typeface="Arial"/>
              <a:buChar char="●"/>
              <a:defRPr sz="2400" b="1" i="0" u="none" strike="noStrike" cap="none">
                <a:solidFill>
                  <a:srgbClr val="FFFF99"/>
                </a:solidFill>
                <a:latin typeface="Times New Roman"/>
                <a:ea typeface="Times New Roman"/>
                <a:cs typeface="Times New Roman"/>
                <a:sym typeface="Times New Roman"/>
              </a:defRPr>
            </a:lvl1pPr>
            <a:lvl2pPr marL="914400" marR="0" lvl="1" indent="-355600" algn="l" rtl="0">
              <a:lnSpc>
                <a:spcPct val="100000"/>
              </a:lnSpc>
              <a:spcBef>
                <a:spcPts val="400"/>
              </a:spcBef>
              <a:spcAft>
                <a:spcPts val="0"/>
              </a:spcAft>
              <a:buClr>
                <a:srgbClr val="A50021"/>
              </a:buClr>
              <a:buSzPts val="2000"/>
              <a:buFont typeface="Times New Roman"/>
              <a:buChar char="•"/>
              <a:defRPr sz="2000" b="1" i="0" u="none" strike="noStrike" cap="none">
                <a:solidFill>
                  <a:srgbClr val="FFFF99"/>
                </a:solidFill>
                <a:latin typeface="Times New Roman"/>
                <a:ea typeface="Times New Roman"/>
                <a:cs typeface="Times New Roman"/>
                <a:sym typeface="Times New Roman"/>
              </a:defRPr>
            </a:lvl2pPr>
            <a:lvl3pPr marL="1371600" marR="0" lvl="2" indent="-342900" algn="l" rtl="0">
              <a:lnSpc>
                <a:spcPct val="100000"/>
              </a:lnSpc>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3pPr>
            <a:lvl4pPr marL="1828800" marR="0" lvl="3" indent="-342900" algn="l" rtl="0">
              <a:lnSpc>
                <a:spcPct val="100000"/>
              </a:lnSpc>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4pPr>
            <a:lvl5pPr marL="2286000" marR="0" lvl="4" indent="-342900" algn="l" rtl="0">
              <a:lnSpc>
                <a:spcPct val="100000"/>
              </a:lnSpc>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Times New Roman"/>
                <a:ea typeface="Times New Roman"/>
                <a:cs typeface="Times New Roman"/>
                <a:sym typeface="Times New Roman"/>
              </a:defRPr>
            </a:lvl9pPr>
          </a:lstStyle>
          <a:p>
            <a:endParaRPr/>
          </a:p>
        </p:txBody>
      </p:sp>
      <p:sp>
        <p:nvSpPr>
          <p:cNvPr id="268" name="Google Shape;268;p68"/>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700"/>
              </a:spcBef>
              <a:spcAft>
                <a:spcPts val="0"/>
              </a:spcAft>
              <a:buClr>
                <a:srgbClr val="000000"/>
              </a:buClr>
              <a:buSzPts val="1400"/>
              <a:buFont typeface="Arial"/>
              <a:buNone/>
              <a:defRPr sz="1400" b="0" i="0" u="none" strike="noStrike" cap="none">
                <a:solidFill>
                  <a:schemeClr val="lt1"/>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imes New Roman"/>
                <a:ea typeface="Times New Roman"/>
                <a:cs typeface="Times New Roman"/>
                <a:sym typeface="Times New Roman"/>
              </a:defRPr>
            </a:lvl9pPr>
          </a:lstStyle>
          <a:p>
            <a:endParaRPr/>
          </a:p>
        </p:txBody>
      </p:sp>
      <p:sp>
        <p:nvSpPr>
          <p:cNvPr id="269" name="Google Shape;269;p68"/>
          <p:cNvSpPr/>
          <p:nvPr/>
        </p:nvSpPr>
        <p:spPr>
          <a:xfrm>
            <a:off x="302684" y="0"/>
            <a:ext cx="304800" cy="6858000"/>
          </a:xfrm>
          <a:prstGeom prst="rect">
            <a:avLst/>
          </a:prstGeom>
          <a:gradFill>
            <a:gsLst>
              <a:gs pos="0">
                <a:schemeClr val="dk1"/>
              </a:gs>
              <a:gs pos="50000">
                <a:schemeClr val="folHlink"/>
              </a:gs>
              <a:gs pos="100000">
                <a:schemeClr val="dk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sp>
        <p:nvSpPr>
          <p:cNvPr id="270" name="Google Shape;270;p68"/>
          <p:cNvSpPr/>
          <p:nvPr/>
        </p:nvSpPr>
        <p:spPr>
          <a:xfrm flipH="1">
            <a:off x="406400" y="914400"/>
            <a:ext cx="11785600" cy="228600"/>
          </a:xfrm>
          <a:prstGeom prst="homePlate">
            <a:avLst>
              <a:gd name="adj" fmla="val 67846"/>
            </a:avLst>
          </a:prstGeom>
          <a:gradFill>
            <a:gsLst>
              <a:gs pos="0">
                <a:schemeClr val="dk1"/>
              </a:gs>
              <a:gs pos="50000">
                <a:schemeClr val="folHlink"/>
              </a:gs>
              <a:gs pos="100000">
                <a:schemeClr val="dk1"/>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sp>
        <p:nvSpPr>
          <p:cNvPr id="271" name="Google Shape;271;p68"/>
          <p:cNvSpPr/>
          <p:nvPr/>
        </p:nvSpPr>
        <p:spPr>
          <a:xfrm>
            <a:off x="2641600" y="2179638"/>
            <a:ext cx="254000" cy="467836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grpSp>
        <p:nvGrpSpPr>
          <p:cNvPr id="272" name="Google Shape;272;p68"/>
          <p:cNvGrpSpPr/>
          <p:nvPr/>
        </p:nvGrpSpPr>
        <p:grpSpPr>
          <a:xfrm>
            <a:off x="103717" y="5903912"/>
            <a:ext cx="711201" cy="749301"/>
            <a:chOff x="49" y="3718"/>
            <a:chExt cx="337" cy="473"/>
          </a:xfrm>
        </p:grpSpPr>
        <p:sp>
          <p:nvSpPr>
            <p:cNvPr id="273" name="Google Shape;273;p68"/>
            <p:cNvSpPr/>
            <p:nvPr/>
          </p:nvSpPr>
          <p:spPr>
            <a:xfrm rot="-5400000">
              <a:off x="143" y="3626"/>
              <a:ext cx="150" cy="335"/>
            </a:xfrm>
            <a:prstGeom prst="parallelogram">
              <a:avLst>
                <a:gd name="adj" fmla="val 52954"/>
              </a:avLst>
            </a:prstGeom>
            <a:gradFill>
              <a:gsLst>
                <a:gs pos="0">
                  <a:schemeClr val="accent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sp>
          <p:nvSpPr>
            <p:cNvPr id="274" name="Google Shape;274;p68"/>
            <p:cNvSpPr/>
            <p:nvPr/>
          </p:nvSpPr>
          <p:spPr>
            <a:xfrm rot="-5400000">
              <a:off x="141" y="3786"/>
              <a:ext cx="151" cy="335"/>
            </a:xfrm>
            <a:prstGeom prst="parallelogram">
              <a:avLst>
                <a:gd name="adj" fmla="val 52954"/>
              </a:avLst>
            </a:prstGeom>
            <a:gradFill>
              <a:gsLst>
                <a:gs pos="0">
                  <a:schemeClr val="accent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sp>
          <p:nvSpPr>
            <p:cNvPr id="275" name="Google Shape;275;p68"/>
            <p:cNvSpPr/>
            <p:nvPr/>
          </p:nvSpPr>
          <p:spPr>
            <a:xfrm rot="-5400000">
              <a:off x="142" y="3948"/>
              <a:ext cx="150" cy="336"/>
            </a:xfrm>
            <a:prstGeom prst="parallelogram">
              <a:avLst>
                <a:gd name="adj" fmla="val 52954"/>
              </a:avLst>
            </a:prstGeom>
            <a:gradFill>
              <a:gsLst>
                <a:gs pos="0">
                  <a:schemeClr val="accent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grpSp>
      <p:sp>
        <p:nvSpPr>
          <p:cNvPr id="276" name="Google Shape;276;p68"/>
          <p:cNvSpPr txBox="1">
            <a:spLocks noGrp="1"/>
          </p:cNvSpPr>
          <p:nvPr>
            <p:ph type="title"/>
          </p:nvPr>
        </p:nvSpPr>
        <p:spPr>
          <a:xfrm>
            <a:off x="812800" y="152400"/>
            <a:ext cx="10117667" cy="6858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3600" b="1" i="0" u="none" strike="noStrike" cap="none">
                <a:solidFill>
                  <a:schemeClr val="lt2"/>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3600" b="1" i="0" u="none" strike="noStrike" cap="none">
                <a:solidFill>
                  <a:schemeClr val="lt2"/>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3600" b="1" i="0" u="none" strike="noStrike" cap="none">
                <a:solidFill>
                  <a:schemeClr val="lt2"/>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3600" b="1" i="0" u="none" strike="noStrike" cap="none">
                <a:solidFill>
                  <a:schemeClr val="lt2"/>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3600" b="1" i="0" u="none" strike="noStrike" cap="none">
                <a:solidFill>
                  <a:schemeClr val="lt2"/>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3600" b="1" i="0" u="none" strike="noStrike" cap="none">
                <a:solidFill>
                  <a:schemeClr val="lt2"/>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3600" b="1" i="0" u="none" strike="noStrike" cap="none">
                <a:solidFill>
                  <a:schemeClr val="lt2"/>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3600" b="1" i="0" u="none" strike="noStrike" cap="none">
                <a:solidFill>
                  <a:schemeClr val="lt2"/>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3600" b="1" i="0" u="none" strike="noStrike" cap="none">
                <a:solidFill>
                  <a:schemeClr val="lt2"/>
                </a:solidFill>
                <a:latin typeface="Times New Roman"/>
                <a:ea typeface="Times New Roman"/>
                <a:cs typeface="Times New Roman"/>
                <a:sym typeface="Times New Roman"/>
              </a:defRPr>
            </a:lvl9pPr>
          </a:lstStyle>
          <a:p>
            <a:endParaRPr/>
          </a:p>
        </p:txBody>
      </p:sp>
      <p:grpSp>
        <p:nvGrpSpPr>
          <p:cNvPr id="277" name="Google Shape;277;p68"/>
          <p:cNvGrpSpPr/>
          <p:nvPr/>
        </p:nvGrpSpPr>
        <p:grpSpPr>
          <a:xfrm>
            <a:off x="10919885" y="731838"/>
            <a:ext cx="986367" cy="533400"/>
            <a:chOff x="5159" y="461"/>
            <a:chExt cx="466" cy="336"/>
          </a:xfrm>
        </p:grpSpPr>
        <p:sp>
          <p:nvSpPr>
            <p:cNvPr id="278" name="Google Shape;278;p68"/>
            <p:cNvSpPr/>
            <p:nvPr/>
          </p:nvSpPr>
          <p:spPr>
            <a:xfrm>
              <a:off x="5475" y="462"/>
              <a:ext cx="150" cy="335"/>
            </a:xfrm>
            <a:prstGeom prst="parallelogram">
              <a:avLst>
                <a:gd name="adj" fmla="val 52954"/>
              </a:avLst>
            </a:prstGeom>
            <a:gradFill>
              <a:gsLst>
                <a:gs pos="0">
                  <a:schemeClr val="accent1"/>
                </a:gs>
                <a:gs pos="100000">
                  <a:schemeClr val="accent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sp>
          <p:nvSpPr>
            <p:cNvPr id="279" name="Google Shape;279;p68"/>
            <p:cNvSpPr/>
            <p:nvPr/>
          </p:nvSpPr>
          <p:spPr>
            <a:xfrm>
              <a:off x="5318" y="462"/>
              <a:ext cx="151" cy="335"/>
            </a:xfrm>
            <a:prstGeom prst="parallelogram">
              <a:avLst>
                <a:gd name="adj" fmla="val 52954"/>
              </a:avLst>
            </a:prstGeom>
            <a:gradFill>
              <a:gsLst>
                <a:gs pos="0">
                  <a:schemeClr val="accent1"/>
                </a:gs>
                <a:gs pos="100000">
                  <a:schemeClr val="accent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sp>
          <p:nvSpPr>
            <p:cNvPr id="280" name="Google Shape;280;p68"/>
            <p:cNvSpPr/>
            <p:nvPr/>
          </p:nvSpPr>
          <p:spPr>
            <a:xfrm>
              <a:off x="5159" y="461"/>
              <a:ext cx="150" cy="336"/>
            </a:xfrm>
            <a:prstGeom prst="parallelogram">
              <a:avLst>
                <a:gd name="adj" fmla="val 52954"/>
              </a:avLst>
            </a:prstGeom>
            <a:gradFill>
              <a:gsLst>
                <a:gs pos="0">
                  <a:schemeClr val="accent1"/>
                </a:gs>
                <a:gs pos="100000">
                  <a:schemeClr val="accent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p:txBody>
        </p:sp>
      </p:grpSp>
      <p:sp>
        <p:nvSpPr>
          <p:cNvPr id="281" name="Google Shape;281;p68"/>
          <p:cNvSpPr/>
          <p:nvPr/>
        </p:nvSpPr>
        <p:spPr>
          <a:xfrm>
            <a:off x="9211733" y="6400800"/>
            <a:ext cx="2540000" cy="3048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Narrow"/>
                <a:ea typeface="Arial Narrow"/>
                <a:cs typeface="Arial Narrow"/>
                <a:sym typeface="Arial Narrow"/>
              </a:rPr>
              <a:t>4-</a:t>
            </a:r>
            <a:fld id="{00000000-1234-1234-1234-123412341234}" type="slidenum">
              <a:rPr lang="en-US" sz="1400" b="0" i="0" u="none" strike="noStrike" cap="none">
                <a:solidFill>
                  <a:srgbClr val="FFFFFF"/>
                </a:solidFill>
                <a:latin typeface="Arial Narrow"/>
                <a:ea typeface="Arial Narrow"/>
                <a:cs typeface="Arial Narrow"/>
                <a:sym typeface="Arial Narrow"/>
              </a:rPr>
              <a:t>‹#›</a:t>
            </a:fld>
            <a:endParaRPr sz="1400" b="0" i="0" u="none" strike="noStrike" cap="none">
              <a:solidFill>
                <a:srgbClr val="FFFFFF"/>
              </a:solidFill>
              <a:latin typeface="Arial Narrow"/>
              <a:ea typeface="Arial Narrow"/>
              <a:cs typeface="Arial Narrow"/>
              <a:sym typeface="Arial Narrow"/>
            </a:endParaRPr>
          </a:p>
        </p:txBody>
      </p:sp>
      <p:sp>
        <p:nvSpPr>
          <p:cNvPr id="282" name="Google Shape;282;p68"/>
          <p:cNvSpPr/>
          <p:nvPr/>
        </p:nvSpPr>
        <p:spPr>
          <a:xfrm>
            <a:off x="812800" y="6172200"/>
            <a:ext cx="5181600" cy="533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FFFFFF"/>
                </a:solidFill>
                <a:latin typeface="Arial"/>
                <a:ea typeface="Arial"/>
                <a:cs typeface="Arial"/>
                <a:sym typeface="Arial"/>
              </a:rPr>
              <a:t>Copyright © 2007 Pearson Addison-Wesley. All rights reserved.</a:t>
            </a:r>
            <a:endParaRPr sz="900" b="0" i="0" u="none" strike="noStrike" cap="none">
              <a:solidFill>
                <a:srgbClr val="FFFFFF"/>
              </a:solidFill>
              <a:latin typeface="Arial"/>
              <a:ea typeface="Arial"/>
              <a:cs typeface="Arial"/>
              <a:sym typeface="Arial"/>
            </a:endParaRPr>
          </a:p>
        </p:txBody>
      </p:sp>
      <p:sp>
        <p:nvSpPr>
          <p:cNvPr id="283" name="Google Shape;283;p68"/>
          <p:cNvSpPr/>
          <p:nvPr/>
        </p:nvSpPr>
        <p:spPr>
          <a:xfrm>
            <a:off x="3556000" y="6462713"/>
            <a:ext cx="8534400" cy="304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FFFFF"/>
                </a:solidFill>
                <a:latin typeface="Arial Narrow"/>
                <a:ea typeface="Arial Narrow"/>
                <a:cs typeface="Arial Narrow"/>
                <a:sym typeface="Arial Narrow"/>
              </a:rPr>
              <a:t>A. Levitin </a:t>
            </a:r>
            <a:r>
              <a:rPr lang="en-US" sz="1000" b="0" i="0" u="none" strike="noStrike" cap="none">
                <a:solidFill>
                  <a:srgbClr val="FFFFFF"/>
                </a:solidFill>
                <a:latin typeface="Arial"/>
                <a:ea typeface="Arial"/>
                <a:cs typeface="Arial"/>
                <a:sym typeface="Arial"/>
              </a:rPr>
              <a:t>“</a:t>
            </a:r>
            <a:r>
              <a:rPr lang="en-US" sz="1000" b="0" i="0" u="none" strike="noStrike" cap="none">
                <a:solidFill>
                  <a:srgbClr val="FFFFFF"/>
                </a:solidFill>
                <a:latin typeface="Arial Narrow"/>
                <a:ea typeface="Arial Narrow"/>
                <a:cs typeface="Arial Narrow"/>
                <a:sym typeface="Arial Narrow"/>
              </a:rPr>
              <a:t>Introduction to the Design &amp; Analysis of Algorithms,</a:t>
            </a:r>
            <a:r>
              <a:rPr lang="en-US" sz="1000" b="0" i="0" u="none" strike="noStrike" cap="none">
                <a:solidFill>
                  <a:srgbClr val="FFFFFF"/>
                </a:solidFill>
                <a:latin typeface="Arial"/>
                <a:ea typeface="Arial"/>
                <a:cs typeface="Arial"/>
                <a:sym typeface="Arial"/>
              </a:rPr>
              <a:t>”</a:t>
            </a:r>
            <a:r>
              <a:rPr lang="en-US" sz="1000" b="0" i="0" u="none" strike="noStrike" cap="none">
                <a:solidFill>
                  <a:srgbClr val="FFFFFF"/>
                </a:solidFill>
                <a:latin typeface="Arial Narrow"/>
                <a:ea typeface="Arial Narrow"/>
                <a:cs typeface="Arial Narrow"/>
                <a:sym typeface="Arial Narrow"/>
              </a:rPr>
              <a:t> 2</a:t>
            </a:r>
            <a:r>
              <a:rPr lang="en-US" sz="1000" b="0" i="0" u="none" strike="noStrike" cap="none" baseline="30000">
                <a:solidFill>
                  <a:srgbClr val="FFFFFF"/>
                </a:solidFill>
                <a:latin typeface="Arial Narrow"/>
                <a:ea typeface="Arial Narrow"/>
                <a:cs typeface="Arial Narrow"/>
                <a:sym typeface="Arial Narrow"/>
              </a:rPr>
              <a:t>nd</a:t>
            </a:r>
            <a:r>
              <a:rPr lang="en-US" sz="1000" b="0" i="0" u="none" strike="noStrike" cap="none">
                <a:solidFill>
                  <a:srgbClr val="FFFFFF"/>
                </a:solidFill>
                <a:latin typeface="Arial Narrow"/>
                <a:ea typeface="Arial Narrow"/>
                <a:cs typeface="Arial Narrow"/>
                <a:sym typeface="Arial Narrow"/>
              </a:rPr>
              <a:t> ed., Ch. 4</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5.xml"/><Relationship Id="rId5" Type="http://schemas.openxmlformats.org/officeDocument/2006/relationships/image" Target="../media/image33.png"/><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6.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1"/>
          <p:cNvSpPr txBox="1">
            <a:spLocks noGrp="1"/>
          </p:cNvSpPr>
          <p:nvPr>
            <p:ph type="subTitle" idx="1"/>
          </p:nvPr>
        </p:nvSpPr>
        <p:spPr>
          <a:xfrm>
            <a:off x="1638300" y="5143500"/>
            <a:ext cx="9144000" cy="482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000"/>
              <a:buNone/>
            </a:pPr>
            <a:r>
              <a:rPr lang="en-US" sz="2000" b="1">
                <a:latin typeface="Times New Roman"/>
                <a:ea typeface="Times New Roman"/>
                <a:cs typeface="Times New Roman"/>
                <a:sym typeface="Times New Roman"/>
              </a:rPr>
              <a:t>DEPARTMENT OF COMPUTER SCIENCE AND ENGINEERING</a:t>
            </a:r>
            <a:endParaRPr sz="2000" b="1">
              <a:latin typeface="Times New Roman"/>
              <a:ea typeface="Times New Roman"/>
              <a:cs typeface="Times New Roman"/>
              <a:sym typeface="Times New Roman"/>
            </a:endParaRPr>
          </a:p>
        </p:txBody>
      </p:sp>
      <p:pic>
        <p:nvPicPr>
          <p:cNvPr id="347" name="Google Shape;347;p1"/>
          <p:cNvPicPr preferRelativeResize="0"/>
          <p:nvPr/>
        </p:nvPicPr>
        <p:blipFill rotWithShape="1">
          <a:blip r:embed="rId3">
            <a:alphaModFix/>
          </a:blip>
          <a:srcRect/>
          <a:stretch/>
        </p:blipFill>
        <p:spPr>
          <a:xfrm>
            <a:off x="868172" y="431800"/>
            <a:ext cx="10193528" cy="2070100"/>
          </a:xfrm>
          <a:prstGeom prst="rect">
            <a:avLst/>
          </a:prstGeom>
          <a:noFill/>
          <a:ln>
            <a:noFill/>
          </a:ln>
          <a:effectLst>
            <a:outerShdw blurRad="292100" dist="139700" dir="2700000" algn="tl" rotWithShape="0">
              <a:srgbClr val="333333">
                <a:alpha val="64313"/>
              </a:srgbClr>
            </a:outerShdw>
          </a:effectLst>
        </p:spPr>
      </p:pic>
      <p:sp>
        <p:nvSpPr>
          <p:cNvPr id="348" name="Google Shape;348;p1"/>
          <p:cNvSpPr/>
          <p:nvPr/>
        </p:nvSpPr>
        <p:spPr>
          <a:xfrm>
            <a:off x="668720" y="2886839"/>
            <a:ext cx="11083159" cy="135265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3600" b="1" i="0" u="none" strike="noStrike" cap="none">
                <a:solidFill>
                  <a:schemeClr val="dk1"/>
                </a:solidFill>
                <a:latin typeface="Calibri"/>
                <a:ea typeface="Calibri"/>
                <a:cs typeface="Calibri"/>
                <a:sym typeface="Calibri"/>
              </a:rPr>
              <a:t>	</a:t>
            </a:r>
            <a:r>
              <a:rPr lang="en-US" sz="4000" b="1" i="0" u="none" strike="noStrike" cap="none">
                <a:solidFill>
                  <a:schemeClr val="dk1"/>
                </a:solidFill>
                <a:latin typeface="Calibri"/>
                <a:ea typeface="Calibri"/>
                <a:cs typeface="Calibri"/>
                <a:sym typeface="Calibri"/>
              </a:rPr>
              <a:t>	</a:t>
            </a:r>
            <a:r>
              <a:rPr lang="en-US" sz="3600" b="1" i="0" u="none" strike="noStrike" cap="none">
                <a:solidFill>
                  <a:srgbClr val="000000"/>
                </a:solidFill>
                <a:latin typeface="Times New Roman"/>
                <a:ea typeface="Times New Roman"/>
                <a:cs typeface="Times New Roman"/>
                <a:sym typeface="Times New Roman"/>
              </a:rPr>
              <a:t>CSE2PM09A / AID2PM07A	</a:t>
            </a:r>
            <a:r>
              <a:rPr lang="en-US" sz="4000" b="1" i="0" u="none" strike="noStrike" cap="none">
                <a:solidFill>
                  <a:srgbClr val="000000"/>
                </a:solidFill>
                <a:latin typeface="Times New Roman"/>
                <a:ea typeface="Times New Roman"/>
                <a:cs typeface="Times New Roman"/>
                <a:sym typeface="Times New Roman"/>
              </a:rPr>
              <a:t>	</a:t>
            </a:r>
            <a:endParaRPr/>
          </a:p>
          <a:p>
            <a:pPr marL="0" marR="0" lvl="0" indent="0" algn="ctr" rtl="0">
              <a:lnSpc>
                <a:spcPct val="100000"/>
              </a:lnSpc>
              <a:spcBef>
                <a:spcPts val="0"/>
              </a:spcBef>
              <a:spcAft>
                <a:spcPts val="0"/>
              </a:spcAft>
              <a:buNone/>
            </a:pPr>
            <a:r>
              <a:rPr lang="en-US" sz="4000" b="1" i="0" u="none" strike="noStrike" cap="none">
                <a:solidFill>
                  <a:srgbClr val="000000"/>
                </a:solidFill>
                <a:latin typeface="Times New Roman"/>
                <a:ea typeface="Times New Roman"/>
                <a:cs typeface="Times New Roman"/>
                <a:sym typeface="Times New Roman"/>
              </a:rPr>
              <a:t>Design and Analysis of Algorithm</a:t>
            </a:r>
            <a:endParaRPr/>
          </a:p>
          <a:p>
            <a:pPr marL="0" marR="0" lvl="0" indent="0" algn="l" rtl="0">
              <a:lnSpc>
                <a:spcPct val="100000"/>
              </a:lnSpc>
              <a:spcBef>
                <a:spcPts val="0"/>
              </a:spcBef>
              <a:spcAft>
                <a:spcPts val="0"/>
              </a:spcAft>
              <a:buClr>
                <a:srgbClr val="000000"/>
              </a:buClr>
              <a:buSzPts val="4000"/>
              <a:buFont typeface="Arial"/>
              <a:buNone/>
            </a:pPr>
            <a:endParaRPr sz="40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g2a4cc99e909_0_0"/>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Unit 2 Syllabus</a:t>
            </a:r>
            <a:endParaRPr/>
          </a:p>
        </p:txBody>
      </p:sp>
      <p:sp>
        <p:nvSpPr>
          <p:cNvPr id="355" name="Google Shape;355;g2a4cc99e909_0_0"/>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marR="63500" lvl="0" indent="0" algn="just" rtl="0">
              <a:lnSpc>
                <a:spcPct val="115000"/>
              </a:lnSpc>
              <a:spcBef>
                <a:spcPts val="1200"/>
              </a:spcBef>
              <a:spcAft>
                <a:spcPts val="0"/>
              </a:spcAft>
              <a:buNone/>
            </a:pPr>
            <a:r>
              <a:rPr lang="en-US" sz="1400" b="1">
                <a:solidFill>
                  <a:srgbClr val="000000"/>
                </a:solidFill>
                <a:latin typeface="Times New Roman"/>
                <a:ea typeface="Times New Roman"/>
                <a:cs typeface="Times New Roman"/>
                <a:sym typeface="Times New Roman"/>
              </a:rPr>
              <a:t>Unit 2: Divide and Conquer &amp; Greedy strategy:</a:t>
            </a:r>
            <a:endParaRPr sz="1400" b="1">
              <a:solidFill>
                <a:srgbClr val="000000"/>
              </a:solidFill>
              <a:latin typeface="Times New Roman"/>
              <a:ea typeface="Times New Roman"/>
              <a:cs typeface="Times New Roman"/>
              <a:sym typeface="Times New Roman"/>
            </a:endParaRPr>
          </a:p>
          <a:p>
            <a:pPr marL="0" marR="63500" lvl="0" indent="0" algn="just" rtl="0">
              <a:lnSpc>
                <a:spcPct val="115000"/>
              </a:lnSpc>
              <a:spcBef>
                <a:spcPts val="1200"/>
              </a:spcBef>
              <a:spcAft>
                <a:spcPts val="0"/>
              </a:spcAft>
              <a:buNone/>
            </a:pPr>
            <a:r>
              <a:rPr lang="en-US" sz="1400" b="1">
                <a:solidFill>
                  <a:srgbClr val="000000"/>
                </a:solidFill>
                <a:latin typeface="Times New Roman"/>
                <a:ea typeface="Times New Roman"/>
                <a:cs typeface="Times New Roman"/>
                <a:sym typeface="Times New Roman"/>
              </a:rPr>
              <a:t>Divide and Conquer</a:t>
            </a:r>
            <a:r>
              <a:rPr lang="en-US" sz="1400">
                <a:solidFill>
                  <a:srgbClr val="000000"/>
                </a:solidFill>
                <a:latin typeface="Times New Roman"/>
                <a:ea typeface="Times New Roman"/>
                <a:cs typeface="Times New Roman"/>
                <a:sym typeface="Times New Roman"/>
              </a:rPr>
              <a:t>: introduction, Principle, control abstraction, Quick Sort, Merge sort, Large Integer multiplication/ Strassen matrix multiplication,</a:t>
            </a:r>
            <a:endParaRPr sz="1400">
              <a:solidFill>
                <a:srgbClr val="000000"/>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r>
              <a:rPr lang="en-US" sz="1400">
                <a:solidFill>
                  <a:srgbClr val="000000"/>
                </a:solidFill>
                <a:latin typeface="Times New Roman"/>
                <a:ea typeface="Times New Roman"/>
                <a:cs typeface="Times New Roman"/>
                <a:sym typeface="Times New Roman"/>
              </a:rPr>
              <a:t> </a:t>
            </a:r>
            <a:r>
              <a:rPr lang="en-US" sz="1400" b="1">
                <a:solidFill>
                  <a:srgbClr val="000000"/>
                </a:solidFill>
                <a:latin typeface="Times New Roman"/>
                <a:ea typeface="Times New Roman"/>
                <a:cs typeface="Times New Roman"/>
                <a:sym typeface="Times New Roman"/>
              </a:rPr>
              <a:t>Greedy strategy</a:t>
            </a:r>
            <a:r>
              <a:rPr lang="en-US" sz="1400">
                <a:solidFill>
                  <a:srgbClr val="000000"/>
                </a:solidFill>
                <a:latin typeface="Times New Roman"/>
                <a:ea typeface="Times New Roman"/>
                <a:cs typeface="Times New Roman"/>
                <a:sym typeface="Times New Roman"/>
              </a:rPr>
              <a:t>:</a:t>
            </a:r>
            <a:endParaRPr sz="1400">
              <a:solidFill>
                <a:srgbClr val="000000"/>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r>
              <a:rPr lang="en-US" sz="1400" b="1">
                <a:solidFill>
                  <a:srgbClr val="000000"/>
                </a:solidFill>
                <a:latin typeface="Times New Roman"/>
                <a:ea typeface="Times New Roman"/>
                <a:cs typeface="Times New Roman"/>
                <a:sym typeface="Times New Roman"/>
              </a:rPr>
              <a:t>Graph</a:t>
            </a:r>
            <a:r>
              <a:rPr lang="en-US" sz="1400">
                <a:solidFill>
                  <a:srgbClr val="000000"/>
                </a:solidFill>
                <a:latin typeface="Times New Roman"/>
                <a:ea typeface="Times New Roman"/>
                <a:cs typeface="Times New Roman"/>
                <a:sym typeface="Times New Roman"/>
              </a:rPr>
              <a:t>- Basic Terminology, Graphs (Directed, Undirected), Various Representations, Traversals &amp; Applications of graph- Prim’s and Kruskal’s Algorithms, Dijsktra's Single source shortest path, Analysis complexity of algorithm, topological sorting.</a:t>
            </a:r>
            <a:endParaRPr sz="1400">
              <a:solidFill>
                <a:srgbClr val="000000"/>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r>
              <a:rPr lang="en-US" sz="1400" b="1">
                <a:solidFill>
                  <a:srgbClr val="000000"/>
                </a:solidFill>
                <a:latin typeface="Times New Roman"/>
                <a:ea typeface="Times New Roman"/>
                <a:cs typeface="Times New Roman"/>
                <a:sym typeface="Times New Roman"/>
              </a:rPr>
              <a:t>Greedy strategy</a:t>
            </a:r>
            <a:r>
              <a:rPr lang="en-US" sz="1400">
                <a:solidFill>
                  <a:srgbClr val="000000"/>
                </a:solidFill>
                <a:latin typeface="Times New Roman"/>
                <a:ea typeface="Times New Roman"/>
                <a:cs typeface="Times New Roman"/>
                <a:sym typeface="Times New Roman"/>
              </a:rPr>
              <a:t>: Principle, control abstraction, Knapsack problem, Job sequencing with Deadlines, Huffman Encoding</a:t>
            </a:r>
            <a:endParaRPr sz="140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b="1"/>
              <a:t>Algorithm Design Techniques/Strategies</a:t>
            </a:r>
            <a:endParaRPr/>
          </a:p>
        </p:txBody>
      </p:sp>
      <p:sp>
        <p:nvSpPr>
          <p:cNvPr id="361" name="Google Shape;361;p2"/>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0"/>
              </a:spcBef>
              <a:spcAft>
                <a:spcPts val="0"/>
              </a:spcAft>
              <a:buSzPts val="2000"/>
              <a:buFont typeface="Noto Sans Symbols"/>
              <a:buNone/>
            </a:pPr>
            <a:endParaRPr>
              <a:latin typeface="Times New Roman"/>
              <a:ea typeface="Times New Roman"/>
              <a:cs typeface="Times New Roman"/>
              <a:sym typeface="Times New Roman"/>
            </a:endParaRPr>
          </a:p>
          <a:p>
            <a:pPr marL="91440" lvl="0" indent="-9144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Brute force</a:t>
            </a:r>
            <a:endParaRPr/>
          </a:p>
          <a:p>
            <a:pPr marL="91440" lvl="0" indent="-9144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Divide and conquer</a:t>
            </a:r>
            <a:endParaRPr/>
          </a:p>
          <a:p>
            <a:pPr marL="91440" lvl="0" indent="-9144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Space and time tradeoffs</a:t>
            </a:r>
            <a:endParaRPr/>
          </a:p>
          <a:p>
            <a:pPr marL="91440" lvl="0" indent="-9144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Greedy approach</a:t>
            </a:r>
            <a:endParaRPr/>
          </a:p>
          <a:p>
            <a:pPr marL="91440" lvl="0" indent="-9144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Dynamic programming</a:t>
            </a:r>
            <a:endParaRPr/>
          </a:p>
          <a:p>
            <a:pPr marL="91440" lvl="0" indent="-9144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Backtracking </a:t>
            </a:r>
            <a:endParaRPr/>
          </a:p>
          <a:p>
            <a:pPr marL="91440" lvl="0" indent="-9144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Branch and bound </a:t>
            </a:r>
            <a:endParaRPr/>
          </a:p>
          <a:p>
            <a:pPr marL="91440" lvl="0" indent="0" algn="l" rtl="0">
              <a:lnSpc>
                <a:spcPct val="90000"/>
              </a:lnSpc>
              <a:spcBef>
                <a:spcPts val="1400"/>
              </a:spcBef>
              <a:spcAft>
                <a:spcPts val="0"/>
              </a:spcAft>
              <a:buSzPts val="2000"/>
              <a:buFont typeface="Noto Sans Symbols"/>
              <a:buNone/>
            </a:pPr>
            <a:endParaRPr>
              <a:latin typeface="Times New Roman"/>
              <a:ea typeface="Times New Roman"/>
              <a:cs typeface="Times New Roman"/>
              <a:sym typeface="Times New Roman"/>
            </a:endParaRPr>
          </a:p>
        </p:txBody>
      </p:sp>
      <p:sp>
        <p:nvSpPr>
          <p:cNvPr id="362" name="Google Shape;362;p2"/>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
          <p:cNvSpPr txBox="1">
            <a:spLocks noGrp="1"/>
          </p:cNvSpPr>
          <p:nvPr>
            <p:ph type="title"/>
          </p:nvPr>
        </p:nvSpPr>
        <p:spPr>
          <a:xfrm>
            <a:off x="1097280" y="900545"/>
            <a:ext cx="10058400" cy="836815"/>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SzPts val="4800"/>
              <a:buNone/>
            </a:pPr>
            <a:r>
              <a:rPr lang="en-US" b="1">
                <a:latin typeface="Times New Roman"/>
                <a:ea typeface="Times New Roman"/>
                <a:cs typeface="Times New Roman"/>
                <a:sym typeface="Times New Roman"/>
              </a:rPr>
              <a:t>Unit 2: Divide and Conquer</a:t>
            </a:r>
            <a:endParaRPr b="1">
              <a:latin typeface="Times New Roman"/>
              <a:ea typeface="Times New Roman"/>
              <a:cs typeface="Times New Roman"/>
              <a:sym typeface="Times New Roman"/>
            </a:endParaRPr>
          </a:p>
        </p:txBody>
      </p:sp>
      <p:sp>
        <p:nvSpPr>
          <p:cNvPr id="368" name="Google Shape;368;p3"/>
          <p:cNvSpPr txBox="1">
            <a:spLocks noGrp="1"/>
          </p:cNvSpPr>
          <p:nvPr>
            <p:ph type="body" idx="1"/>
          </p:nvPr>
        </p:nvSpPr>
        <p:spPr>
          <a:xfrm>
            <a:off x="1097280" y="1845734"/>
            <a:ext cx="10058400" cy="3751502"/>
          </a:xfrm>
          <a:prstGeom prst="rect">
            <a:avLst/>
          </a:prstGeom>
          <a:noFill/>
          <a:ln>
            <a:noFill/>
          </a:ln>
        </p:spPr>
        <p:txBody>
          <a:bodyPr spcFirstLastPara="1" wrap="square" lIns="0" tIns="45700" rIns="0" bIns="45700" anchor="t" anchorCtr="0">
            <a:noAutofit/>
          </a:bodyPr>
          <a:lstStyle/>
          <a:p>
            <a:pPr marL="457200" lvl="0" indent="-342900" algn="l" rtl="0">
              <a:lnSpc>
                <a:spcPct val="90000"/>
              </a:lnSpc>
              <a:spcBef>
                <a:spcPts val="1200"/>
              </a:spcBef>
              <a:spcAft>
                <a:spcPts val="0"/>
              </a:spcAft>
              <a:buSzPts val="1800"/>
              <a:buFont typeface="Arial"/>
              <a:buChar char="•"/>
            </a:pPr>
            <a:r>
              <a:rPr lang="en-US" sz="3200" b="1">
                <a:latin typeface="Times New Roman"/>
                <a:ea typeface="Times New Roman"/>
                <a:cs typeface="Times New Roman"/>
                <a:sym typeface="Times New Roman"/>
              </a:rPr>
              <a:t>Introduction</a:t>
            </a:r>
            <a:endParaRPr/>
          </a:p>
          <a:p>
            <a:pPr marL="457200" lvl="0" indent="-342900" algn="l" rtl="0">
              <a:lnSpc>
                <a:spcPct val="90000"/>
              </a:lnSpc>
              <a:spcBef>
                <a:spcPts val="1200"/>
              </a:spcBef>
              <a:spcAft>
                <a:spcPts val="0"/>
              </a:spcAft>
              <a:buSzPts val="1800"/>
              <a:buFont typeface="Arial"/>
              <a:buChar char="•"/>
            </a:pPr>
            <a:r>
              <a:rPr lang="en-US" sz="3200" b="1">
                <a:latin typeface="Times New Roman"/>
                <a:ea typeface="Times New Roman"/>
                <a:cs typeface="Times New Roman"/>
                <a:sym typeface="Times New Roman"/>
              </a:rPr>
              <a:t>Principle control abstraction</a:t>
            </a:r>
            <a:endParaRPr/>
          </a:p>
          <a:p>
            <a:pPr marL="457200" lvl="0" indent="-342900" algn="l" rtl="0">
              <a:lnSpc>
                <a:spcPct val="90000"/>
              </a:lnSpc>
              <a:spcBef>
                <a:spcPts val="1200"/>
              </a:spcBef>
              <a:spcAft>
                <a:spcPts val="0"/>
              </a:spcAft>
              <a:buSzPts val="1800"/>
              <a:buFont typeface="Arial"/>
              <a:buChar char="•"/>
            </a:pPr>
            <a:r>
              <a:rPr lang="en-US" sz="3200" b="1">
                <a:latin typeface="Times New Roman"/>
                <a:ea typeface="Times New Roman"/>
                <a:cs typeface="Times New Roman"/>
                <a:sym typeface="Times New Roman"/>
              </a:rPr>
              <a:t>Quick Sort</a:t>
            </a:r>
            <a:endParaRPr/>
          </a:p>
          <a:p>
            <a:pPr marL="457200" lvl="0" indent="-342900" algn="l" rtl="0">
              <a:lnSpc>
                <a:spcPct val="90000"/>
              </a:lnSpc>
              <a:spcBef>
                <a:spcPts val="1200"/>
              </a:spcBef>
              <a:spcAft>
                <a:spcPts val="0"/>
              </a:spcAft>
              <a:buSzPts val="1800"/>
              <a:buFont typeface="Arial"/>
              <a:buChar char="•"/>
            </a:pPr>
            <a:r>
              <a:rPr lang="en-US" sz="3200" b="1">
                <a:latin typeface="Times New Roman"/>
                <a:ea typeface="Times New Roman"/>
                <a:cs typeface="Times New Roman"/>
                <a:sym typeface="Times New Roman"/>
              </a:rPr>
              <a:t>Merge sort </a:t>
            </a:r>
            <a:endParaRPr/>
          </a:p>
          <a:p>
            <a:pPr marL="457200" lvl="0" indent="-342900" algn="l" rtl="0">
              <a:lnSpc>
                <a:spcPct val="90000"/>
              </a:lnSpc>
              <a:spcBef>
                <a:spcPts val="1200"/>
              </a:spcBef>
              <a:spcAft>
                <a:spcPts val="0"/>
              </a:spcAft>
              <a:buSzPts val="1800"/>
              <a:buFont typeface="Arial"/>
              <a:buChar char="•"/>
            </a:pPr>
            <a:r>
              <a:rPr lang="en-US" sz="3200" b="1">
                <a:latin typeface="Times New Roman"/>
                <a:ea typeface="Times New Roman"/>
                <a:cs typeface="Times New Roman"/>
                <a:sym typeface="Times New Roman"/>
              </a:rPr>
              <a:t>Large Integer multiplication/ Strassen matrix multiplication</a:t>
            </a:r>
            <a:endParaRPr sz="3200" b="1">
              <a:latin typeface="Times New Roman"/>
              <a:ea typeface="Times New Roman"/>
              <a:cs typeface="Times New Roman"/>
              <a:sym typeface="Times New Roman"/>
            </a:endParaRPr>
          </a:p>
        </p:txBody>
      </p:sp>
      <p:sp>
        <p:nvSpPr>
          <p:cNvPr id="369" name="Google Shape;369;p3"/>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
          <p:cNvSpPr txBox="1">
            <a:spLocks noGrp="1"/>
          </p:cNvSpPr>
          <p:nvPr>
            <p:ph type="title"/>
          </p:nvPr>
        </p:nvSpPr>
        <p:spPr>
          <a:xfrm>
            <a:off x="892098" y="695391"/>
            <a:ext cx="10058400" cy="628685"/>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dk1"/>
              </a:buClr>
              <a:buSzPts val="4000"/>
              <a:buFont typeface="Times New Roman"/>
              <a:buNone/>
            </a:pPr>
            <a:r>
              <a:rPr lang="en-US" sz="4000">
                <a:solidFill>
                  <a:schemeClr val="dk1"/>
                </a:solidFill>
                <a:latin typeface="Times New Roman"/>
                <a:ea typeface="Times New Roman"/>
                <a:cs typeface="Times New Roman"/>
                <a:sym typeface="Times New Roman"/>
              </a:rPr>
              <a:t>Divide &amp; Conquer</a:t>
            </a:r>
            <a:endParaRPr/>
          </a:p>
        </p:txBody>
      </p:sp>
      <p:sp>
        <p:nvSpPr>
          <p:cNvPr id="377" name="Google Shape;377;p4"/>
          <p:cNvSpPr txBox="1">
            <a:spLocks noGrp="1"/>
          </p:cNvSpPr>
          <p:nvPr>
            <p:ph type="body" idx="1"/>
          </p:nvPr>
        </p:nvSpPr>
        <p:spPr>
          <a:xfrm>
            <a:off x="1152699" y="1191042"/>
            <a:ext cx="10058400" cy="5168194"/>
          </a:xfrm>
          <a:prstGeom prst="rect">
            <a:avLst/>
          </a:prstGeom>
          <a:noFill/>
          <a:ln>
            <a:noFill/>
          </a:ln>
        </p:spPr>
        <p:txBody>
          <a:bodyPr spcFirstLastPara="1" wrap="square" lIns="0" tIns="45700" rIns="0" bIns="45700" anchor="t" anchorCtr="0">
            <a:noAutofit/>
          </a:bodyPr>
          <a:lstStyle/>
          <a:p>
            <a:pPr marL="91440" lvl="0" indent="-209550" algn="l" rtl="0">
              <a:lnSpc>
                <a:spcPct val="90000"/>
              </a:lnSpc>
              <a:spcBef>
                <a:spcPts val="0"/>
              </a:spcBef>
              <a:spcAft>
                <a:spcPts val="0"/>
              </a:spcAft>
              <a:buSzPts val="3300"/>
              <a:buChar char=" "/>
            </a:pPr>
            <a:r>
              <a:rPr lang="en-US" sz="3300" b="1">
                <a:latin typeface="Times New Roman"/>
                <a:ea typeface="Times New Roman"/>
                <a:cs typeface="Times New Roman"/>
                <a:sym typeface="Times New Roman"/>
              </a:rPr>
              <a:t>Control Abstraction</a:t>
            </a:r>
            <a:endParaRPr sz="2100">
              <a:latin typeface="Times New Roman"/>
              <a:ea typeface="Times New Roman"/>
              <a:cs typeface="Times New Roman"/>
              <a:sym typeface="Times New Roman"/>
            </a:endParaRPr>
          </a:p>
          <a:p>
            <a:pPr marL="91440" lvl="0" indent="-133350" algn="l" rtl="0">
              <a:lnSpc>
                <a:spcPct val="90000"/>
              </a:lnSpc>
              <a:spcBef>
                <a:spcPts val="1400"/>
              </a:spcBef>
              <a:spcAft>
                <a:spcPts val="0"/>
              </a:spcAft>
              <a:buSzPts val="2100"/>
              <a:buChar char=" "/>
            </a:pPr>
            <a:r>
              <a:rPr lang="en-US" sz="2100" b="1">
                <a:latin typeface="Times New Roman"/>
                <a:ea typeface="Times New Roman"/>
                <a:cs typeface="Times New Roman"/>
                <a:sym typeface="Times New Roman"/>
              </a:rPr>
              <a:t>DANDC </a:t>
            </a:r>
            <a:r>
              <a:rPr lang="en-US" sz="2100">
                <a:latin typeface="Times New Roman"/>
                <a:ea typeface="Times New Roman"/>
                <a:cs typeface="Times New Roman"/>
                <a:sym typeface="Times New Roman"/>
              </a:rPr>
              <a:t>(P) </a:t>
            </a:r>
            <a:endParaRPr sz="2100">
              <a:latin typeface="Times New Roman"/>
              <a:ea typeface="Times New Roman"/>
              <a:cs typeface="Times New Roman"/>
              <a:sym typeface="Times New Roman"/>
            </a:endParaRPr>
          </a:p>
          <a:p>
            <a:pPr marL="91440" lvl="0" indent="-133350" algn="l" rtl="0">
              <a:lnSpc>
                <a:spcPct val="90000"/>
              </a:lnSpc>
              <a:spcBef>
                <a:spcPts val="1400"/>
              </a:spcBef>
              <a:spcAft>
                <a:spcPts val="0"/>
              </a:spcAft>
              <a:buSzPts val="2100"/>
              <a:buChar char=" "/>
            </a:pPr>
            <a:r>
              <a:rPr lang="en-US" sz="2100">
                <a:latin typeface="Times New Roman"/>
                <a:ea typeface="Times New Roman"/>
                <a:cs typeface="Times New Roman"/>
                <a:sym typeface="Times New Roman"/>
              </a:rPr>
              <a:t>{ </a:t>
            </a:r>
            <a:endParaRPr sz="2100">
              <a:latin typeface="Times New Roman"/>
              <a:ea typeface="Times New Roman"/>
              <a:cs typeface="Times New Roman"/>
              <a:sym typeface="Times New Roman"/>
            </a:endParaRPr>
          </a:p>
          <a:p>
            <a:pPr marL="548640" lvl="1" indent="-120650" algn="l" rtl="0">
              <a:lnSpc>
                <a:spcPct val="90000"/>
              </a:lnSpc>
              <a:spcBef>
                <a:spcPts val="1400"/>
              </a:spcBef>
              <a:spcAft>
                <a:spcPts val="0"/>
              </a:spcAft>
              <a:buSzPts val="1900"/>
              <a:buChar char=" "/>
            </a:pPr>
            <a:r>
              <a:rPr lang="en-US" sz="1900">
                <a:latin typeface="Times New Roman"/>
                <a:ea typeface="Times New Roman"/>
                <a:cs typeface="Times New Roman"/>
                <a:sym typeface="Times New Roman"/>
              </a:rPr>
              <a:t>if SMALL (P) then return S (p); </a:t>
            </a:r>
            <a:endParaRPr sz="1900">
              <a:latin typeface="Times New Roman"/>
              <a:ea typeface="Times New Roman"/>
              <a:cs typeface="Times New Roman"/>
              <a:sym typeface="Times New Roman"/>
            </a:endParaRPr>
          </a:p>
          <a:p>
            <a:pPr marL="548640" lvl="1" indent="-120650" algn="l" rtl="0">
              <a:lnSpc>
                <a:spcPct val="90000"/>
              </a:lnSpc>
              <a:spcBef>
                <a:spcPts val="1400"/>
              </a:spcBef>
              <a:spcAft>
                <a:spcPts val="0"/>
              </a:spcAft>
              <a:buSzPts val="1900"/>
              <a:buChar char=" "/>
            </a:pPr>
            <a:r>
              <a:rPr lang="en-US" sz="1900">
                <a:latin typeface="Times New Roman"/>
                <a:ea typeface="Times New Roman"/>
                <a:cs typeface="Times New Roman"/>
                <a:sym typeface="Times New Roman"/>
              </a:rPr>
              <a:t>else </a:t>
            </a:r>
            <a:endParaRPr sz="1900">
              <a:latin typeface="Times New Roman"/>
              <a:ea typeface="Times New Roman"/>
              <a:cs typeface="Times New Roman"/>
              <a:sym typeface="Times New Roman"/>
            </a:endParaRPr>
          </a:p>
          <a:p>
            <a:pPr marL="548640" lvl="1" indent="-120650" algn="l" rtl="0">
              <a:lnSpc>
                <a:spcPct val="90000"/>
              </a:lnSpc>
              <a:spcBef>
                <a:spcPts val="1400"/>
              </a:spcBef>
              <a:spcAft>
                <a:spcPts val="0"/>
              </a:spcAft>
              <a:buSzPts val="1900"/>
              <a:buChar char=" "/>
            </a:pPr>
            <a:r>
              <a:rPr lang="en-US" sz="1900">
                <a:latin typeface="Times New Roman"/>
                <a:ea typeface="Times New Roman"/>
                <a:cs typeface="Times New Roman"/>
                <a:sym typeface="Times New Roman"/>
              </a:rPr>
              <a:t>{ </a:t>
            </a:r>
            <a:endParaRPr sz="1900">
              <a:latin typeface="Times New Roman"/>
              <a:ea typeface="Times New Roman"/>
              <a:cs typeface="Times New Roman"/>
              <a:sym typeface="Times New Roman"/>
            </a:endParaRPr>
          </a:p>
          <a:p>
            <a:pPr marL="1005839" lvl="2" indent="-114300" algn="l" rtl="0">
              <a:lnSpc>
                <a:spcPct val="90000"/>
              </a:lnSpc>
              <a:spcBef>
                <a:spcPts val="1400"/>
              </a:spcBef>
              <a:spcAft>
                <a:spcPts val="0"/>
              </a:spcAft>
              <a:buSzPts val="1800"/>
              <a:buChar char=" "/>
            </a:pPr>
            <a:r>
              <a:rPr lang="en-US" sz="1800">
                <a:latin typeface="Times New Roman"/>
                <a:ea typeface="Times New Roman"/>
                <a:cs typeface="Times New Roman"/>
                <a:sym typeface="Times New Roman"/>
              </a:rPr>
              <a:t>divide p into smaller instances p1, p2, …. Pk, k &gt;= 1; </a:t>
            </a:r>
            <a:endParaRPr sz="1800">
              <a:latin typeface="Times New Roman"/>
              <a:ea typeface="Times New Roman"/>
              <a:cs typeface="Times New Roman"/>
              <a:sym typeface="Times New Roman"/>
            </a:endParaRPr>
          </a:p>
          <a:p>
            <a:pPr marL="1005839" lvl="2" indent="-114300" algn="l" rtl="0">
              <a:lnSpc>
                <a:spcPct val="90000"/>
              </a:lnSpc>
              <a:spcBef>
                <a:spcPts val="1400"/>
              </a:spcBef>
              <a:spcAft>
                <a:spcPts val="0"/>
              </a:spcAft>
              <a:buSzPts val="1800"/>
              <a:buChar char=" "/>
            </a:pPr>
            <a:r>
              <a:rPr lang="en-US" sz="1800">
                <a:latin typeface="Times New Roman"/>
                <a:ea typeface="Times New Roman"/>
                <a:cs typeface="Times New Roman"/>
                <a:sym typeface="Times New Roman"/>
              </a:rPr>
              <a:t>apply DANDC to each of these sub problems; </a:t>
            </a:r>
            <a:endParaRPr sz="1800">
              <a:latin typeface="Times New Roman"/>
              <a:ea typeface="Times New Roman"/>
              <a:cs typeface="Times New Roman"/>
              <a:sym typeface="Times New Roman"/>
            </a:endParaRPr>
          </a:p>
          <a:p>
            <a:pPr marL="1005839" lvl="2" indent="-114300" algn="l" rtl="0">
              <a:lnSpc>
                <a:spcPct val="90000"/>
              </a:lnSpc>
              <a:spcBef>
                <a:spcPts val="1400"/>
              </a:spcBef>
              <a:spcAft>
                <a:spcPts val="0"/>
              </a:spcAft>
              <a:buSzPts val="1800"/>
              <a:buChar char=" "/>
            </a:pPr>
            <a:r>
              <a:rPr lang="en-US" sz="1800">
                <a:latin typeface="Times New Roman"/>
                <a:ea typeface="Times New Roman"/>
                <a:cs typeface="Times New Roman"/>
                <a:sym typeface="Times New Roman"/>
              </a:rPr>
              <a:t>return (COMBINE (DANDC (p1) , DANDC (p2),…., DANDC (pk)); </a:t>
            </a:r>
            <a:endParaRPr sz="1800">
              <a:latin typeface="Times New Roman"/>
              <a:ea typeface="Times New Roman"/>
              <a:cs typeface="Times New Roman"/>
              <a:sym typeface="Times New Roman"/>
            </a:endParaRPr>
          </a:p>
          <a:p>
            <a:pPr marL="548640" lvl="1" indent="-120650" algn="l" rtl="0">
              <a:lnSpc>
                <a:spcPct val="90000"/>
              </a:lnSpc>
              <a:spcBef>
                <a:spcPts val="1400"/>
              </a:spcBef>
              <a:spcAft>
                <a:spcPts val="0"/>
              </a:spcAft>
              <a:buSzPts val="1900"/>
              <a:buChar char=" "/>
            </a:pPr>
            <a:r>
              <a:rPr lang="en-US" sz="1900">
                <a:latin typeface="Times New Roman"/>
                <a:ea typeface="Times New Roman"/>
                <a:cs typeface="Times New Roman"/>
                <a:sym typeface="Times New Roman"/>
              </a:rPr>
              <a:t>} </a:t>
            </a:r>
            <a:endParaRPr sz="1900">
              <a:latin typeface="Times New Roman"/>
              <a:ea typeface="Times New Roman"/>
              <a:cs typeface="Times New Roman"/>
              <a:sym typeface="Times New Roman"/>
            </a:endParaRPr>
          </a:p>
          <a:p>
            <a:pPr marL="91440" lvl="0" indent="-133350" algn="l" rtl="0">
              <a:lnSpc>
                <a:spcPct val="90000"/>
              </a:lnSpc>
              <a:spcBef>
                <a:spcPts val="1400"/>
              </a:spcBef>
              <a:spcAft>
                <a:spcPts val="0"/>
              </a:spcAft>
              <a:buSzPts val="2100"/>
              <a:buChar char=" "/>
            </a:pPr>
            <a:r>
              <a:rPr lang="en-US" sz="2100">
                <a:latin typeface="Times New Roman"/>
                <a:ea typeface="Times New Roman"/>
                <a:cs typeface="Times New Roman"/>
                <a:sym typeface="Times New Roman"/>
              </a:rPr>
              <a:t>}</a:t>
            </a:r>
            <a:endParaRPr sz="2100">
              <a:latin typeface="Times New Roman"/>
              <a:ea typeface="Times New Roman"/>
              <a:cs typeface="Times New Roman"/>
              <a:sym typeface="Times New Roman"/>
            </a:endParaRPr>
          </a:p>
          <a:p>
            <a:pPr marL="91440" lvl="0" indent="0" algn="l" rtl="0">
              <a:lnSpc>
                <a:spcPct val="90000"/>
              </a:lnSpc>
              <a:spcBef>
                <a:spcPts val="1400"/>
              </a:spcBef>
              <a:spcAft>
                <a:spcPts val="0"/>
              </a:spcAft>
              <a:buSzPts val="2000"/>
              <a:buNone/>
            </a:pPr>
            <a:endParaRPr/>
          </a:p>
        </p:txBody>
      </p:sp>
      <p:grpSp>
        <p:nvGrpSpPr>
          <p:cNvPr id="378" name="Google Shape;378;p4"/>
          <p:cNvGrpSpPr/>
          <p:nvPr/>
        </p:nvGrpSpPr>
        <p:grpSpPr>
          <a:xfrm>
            <a:off x="8058042" y="1459509"/>
            <a:ext cx="3905374" cy="3331380"/>
            <a:chOff x="188" y="1908"/>
            <a:chExt cx="2160" cy="1960"/>
          </a:xfrm>
        </p:grpSpPr>
        <p:sp>
          <p:nvSpPr>
            <p:cNvPr id="379" name="Google Shape;379;p4"/>
            <p:cNvSpPr/>
            <p:nvPr/>
          </p:nvSpPr>
          <p:spPr>
            <a:xfrm>
              <a:off x="188" y="1908"/>
              <a:ext cx="2104" cy="1960"/>
            </a:xfrm>
            <a:prstGeom prst="roundRect">
              <a:avLst>
                <a:gd name="adj" fmla="val 12495"/>
              </a:avLst>
            </a:prstGeom>
            <a:solidFill>
              <a:schemeClr val="lt1"/>
            </a:solidFill>
            <a:ln w="12700" cap="flat" cmpd="sng">
              <a:solidFill>
                <a:schemeClr val="dk1"/>
              </a:solidFill>
              <a:prstDash val="solid"/>
              <a:round/>
              <a:headEnd type="none" w="sm" len="sm"/>
              <a:tailEnd type="none" w="sm" len="sm"/>
            </a:ln>
            <a:effectLst>
              <a:outerShdw dist="107763" dir="2700000" algn="ctr" rotWithShape="0">
                <a:schemeClr val="dk1"/>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0" name="Google Shape;380;p4"/>
            <p:cNvSpPr/>
            <p:nvPr/>
          </p:nvSpPr>
          <p:spPr>
            <a:xfrm>
              <a:off x="327" y="1940"/>
              <a:ext cx="2021" cy="1791"/>
            </a:xfrm>
            <a:prstGeom prst="rect">
              <a:avLst/>
            </a:prstGeom>
            <a:noFill/>
            <a:ln>
              <a:noFill/>
            </a:ln>
          </p:spPr>
          <p:txBody>
            <a:bodyPr spcFirstLastPara="1" wrap="square" lIns="90475" tIns="44450" rIns="90475" bIns="4445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Divide</a:t>
              </a:r>
              <a:r>
                <a:rPr lang="en-US" sz="2400" b="0" i="0" u="none" strike="noStrike" cap="none">
                  <a:solidFill>
                    <a:schemeClr val="dk1"/>
                  </a:solidFill>
                  <a:latin typeface="Calibri"/>
                  <a:ea typeface="Calibri"/>
                  <a:cs typeface="Calibri"/>
                  <a:sym typeface="Calibri"/>
                </a:rPr>
                <a:t> the problem into smaller sub problems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Conquer</a:t>
              </a:r>
              <a:r>
                <a:rPr lang="en-US" sz="2400" b="0" i="0" u="none" strike="noStrike" cap="none">
                  <a:solidFill>
                    <a:schemeClr val="dk1"/>
                  </a:solidFill>
                  <a:latin typeface="Calibri"/>
                  <a:ea typeface="Calibri"/>
                  <a:cs typeface="Calibri"/>
                  <a:sym typeface="Calibri"/>
                </a:rPr>
                <a:t> the sub problems by solving them recursively.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Combine</a:t>
              </a:r>
              <a:r>
                <a:rPr lang="en-US" sz="2400" b="0" i="0" u="none" strike="noStrike" cap="none">
                  <a:solidFill>
                    <a:schemeClr val="dk1"/>
                  </a:solidFill>
                  <a:latin typeface="Calibri"/>
                  <a:ea typeface="Calibri"/>
                  <a:cs typeface="Calibri"/>
                  <a:sym typeface="Calibri"/>
                </a:rPr>
                <a:t> the solutions to the sub problems into the solution of the original problem.</a:t>
              </a:r>
              <a:endParaRPr sz="2400" b="1" i="1" u="none" strike="noStrike" cap="none">
                <a:solidFill>
                  <a:schemeClr val="dk1"/>
                </a:solidFill>
                <a:latin typeface="Calibri"/>
                <a:ea typeface="Calibri"/>
                <a:cs typeface="Calibri"/>
                <a:sym typeface="Calibri"/>
              </a:endParaRPr>
            </a:p>
          </p:txBody>
        </p:sp>
      </p:grpSp>
      <p:sp>
        <p:nvSpPr>
          <p:cNvPr id="381" name="Google Shape;381;p4"/>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SAHNI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5"/>
          <p:cNvSpPr txBox="1">
            <a:spLocks noGrp="1"/>
          </p:cNvSpPr>
          <p:nvPr>
            <p:ph type="title"/>
          </p:nvPr>
        </p:nvSpPr>
        <p:spPr>
          <a:xfrm>
            <a:off x="1097280" y="286603"/>
            <a:ext cx="10058400" cy="873331"/>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Divide-and-Conquer Technique (cont.)</a:t>
            </a:r>
            <a:endParaRPr/>
          </a:p>
        </p:txBody>
      </p:sp>
      <p:sp>
        <p:nvSpPr>
          <p:cNvPr id="388" name="Google Shape;388;p5"/>
          <p:cNvSpPr/>
          <p:nvPr/>
        </p:nvSpPr>
        <p:spPr>
          <a:xfrm>
            <a:off x="7086600" y="2362200"/>
            <a:ext cx="2286000" cy="838200"/>
          </a:xfrm>
          <a:prstGeom prst="ellipse">
            <a:avLst/>
          </a:prstGeom>
          <a:solidFill>
            <a:srgbClr val="92D050"/>
          </a:solidFill>
          <a:ln w="127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1932"/>
                </a:solidFill>
                <a:latin typeface="Calibri"/>
                <a:ea typeface="Calibri"/>
                <a:cs typeface="Calibri"/>
                <a:sym typeface="Calibri"/>
              </a:rPr>
              <a:t>subproblem 2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1932"/>
                </a:solidFill>
                <a:latin typeface="Calibri"/>
                <a:ea typeface="Calibri"/>
                <a:cs typeface="Calibri"/>
                <a:sym typeface="Calibri"/>
              </a:rPr>
              <a:t>of size </a:t>
            </a:r>
            <a:r>
              <a:rPr lang="en-US" sz="1800" b="1" i="1" u="none" strike="noStrike" cap="none">
                <a:solidFill>
                  <a:srgbClr val="001932"/>
                </a:solidFill>
                <a:latin typeface="Calibri"/>
                <a:ea typeface="Calibri"/>
                <a:cs typeface="Calibri"/>
                <a:sym typeface="Calibri"/>
              </a:rPr>
              <a:t>n</a:t>
            </a:r>
            <a:r>
              <a:rPr lang="en-US" sz="1800" b="1" i="0" u="none" strike="noStrike" cap="none">
                <a:solidFill>
                  <a:srgbClr val="001932"/>
                </a:solidFill>
                <a:latin typeface="Calibri"/>
                <a:ea typeface="Calibri"/>
                <a:cs typeface="Calibri"/>
                <a:sym typeface="Calibri"/>
              </a:rPr>
              <a:t>/2</a:t>
            </a:r>
            <a:endParaRPr sz="1400" b="0" i="0" u="none" strike="noStrike" cap="none">
              <a:solidFill>
                <a:srgbClr val="000000"/>
              </a:solidFill>
              <a:latin typeface="Arial"/>
              <a:ea typeface="Arial"/>
              <a:cs typeface="Arial"/>
              <a:sym typeface="Arial"/>
            </a:endParaRPr>
          </a:p>
        </p:txBody>
      </p:sp>
      <p:sp>
        <p:nvSpPr>
          <p:cNvPr id="389" name="Google Shape;389;p5"/>
          <p:cNvSpPr/>
          <p:nvPr/>
        </p:nvSpPr>
        <p:spPr>
          <a:xfrm>
            <a:off x="2743200" y="2362200"/>
            <a:ext cx="2286000" cy="838200"/>
          </a:xfrm>
          <a:prstGeom prst="ellipse">
            <a:avLst/>
          </a:prstGeom>
          <a:solidFill>
            <a:srgbClr val="92D050"/>
          </a:solidFill>
          <a:ln w="127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1932"/>
                </a:solidFill>
                <a:latin typeface="Calibri"/>
                <a:ea typeface="Calibri"/>
                <a:cs typeface="Calibri"/>
                <a:sym typeface="Calibri"/>
              </a:rPr>
              <a:t>subproblem 1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1932"/>
                </a:solidFill>
                <a:latin typeface="Calibri"/>
                <a:ea typeface="Calibri"/>
                <a:cs typeface="Calibri"/>
                <a:sym typeface="Calibri"/>
              </a:rPr>
              <a:t>of size </a:t>
            </a:r>
            <a:r>
              <a:rPr lang="en-US" sz="1800" b="1" i="1" u="none" strike="noStrike" cap="none">
                <a:solidFill>
                  <a:srgbClr val="001932"/>
                </a:solidFill>
                <a:latin typeface="Calibri"/>
                <a:ea typeface="Calibri"/>
                <a:cs typeface="Calibri"/>
                <a:sym typeface="Calibri"/>
              </a:rPr>
              <a:t>n</a:t>
            </a:r>
            <a:r>
              <a:rPr lang="en-US" sz="1800" b="1" i="0" u="none" strike="noStrike" cap="none">
                <a:solidFill>
                  <a:srgbClr val="001932"/>
                </a:solidFill>
                <a:latin typeface="Calibri"/>
                <a:ea typeface="Calibri"/>
                <a:cs typeface="Calibri"/>
                <a:sym typeface="Calibri"/>
              </a:rPr>
              <a:t>/2</a:t>
            </a:r>
            <a:endParaRPr sz="1400" b="0" i="0" u="none" strike="noStrike" cap="none">
              <a:solidFill>
                <a:srgbClr val="000000"/>
              </a:solidFill>
              <a:latin typeface="Arial"/>
              <a:ea typeface="Arial"/>
              <a:cs typeface="Arial"/>
              <a:sym typeface="Arial"/>
            </a:endParaRPr>
          </a:p>
        </p:txBody>
      </p:sp>
      <p:sp>
        <p:nvSpPr>
          <p:cNvPr id="390" name="Google Shape;390;p5"/>
          <p:cNvSpPr/>
          <p:nvPr/>
        </p:nvSpPr>
        <p:spPr>
          <a:xfrm>
            <a:off x="2743200" y="3657600"/>
            <a:ext cx="2286000" cy="685800"/>
          </a:xfrm>
          <a:prstGeom prst="rect">
            <a:avLst/>
          </a:prstGeom>
          <a:solidFill>
            <a:srgbClr val="92D05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1932"/>
                </a:solidFill>
                <a:latin typeface="Calibri"/>
                <a:ea typeface="Calibri"/>
                <a:cs typeface="Calibri"/>
                <a:sym typeface="Calibri"/>
              </a:rPr>
              <a:t>a solution to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1932"/>
                </a:solidFill>
                <a:latin typeface="Calibri"/>
                <a:ea typeface="Calibri"/>
                <a:cs typeface="Calibri"/>
                <a:sym typeface="Calibri"/>
              </a:rPr>
              <a:t>subproblem 1</a:t>
            </a:r>
            <a:endParaRPr sz="2400" b="0" i="0" u="none" strike="noStrike" cap="none">
              <a:solidFill>
                <a:srgbClr val="FFFFFF"/>
              </a:solidFill>
              <a:latin typeface="Calibri"/>
              <a:ea typeface="Calibri"/>
              <a:cs typeface="Calibri"/>
              <a:sym typeface="Calibri"/>
            </a:endParaRPr>
          </a:p>
        </p:txBody>
      </p:sp>
      <p:sp>
        <p:nvSpPr>
          <p:cNvPr id="391" name="Google Shape;391;p5"/>
          <p:cNvSpPr/>
          <p:nvPr/>
        </p:nvSpPr>
        <p:spPr>
          <a:xfrm>
            <a:off x="4953000" y="5410200"/>
            <a:ext cx="2286000" cy="685800"/>
          </a:xfrm>
          <a:prstGeom prst="rect">
            <a:avLst/>
          </a:prstGeom>
          <a:solidFill>
            <a:srgbClr val="92D05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1932"/>
                </a:solidFill>
                <a:latin typeface="Calibri"/>
                <a:ea typeface="Calibri"/>
                <a:cs typeface="Calibri"/>
                <a:sym typeface="Calibri"/>
              </a:rPr>
              <a:t>a solution to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1932"/>
                </a:solidFill>
                <a:latin typeface="Calibri"/>
                <a:ea typeface="Calibri"/>
                <a:cs typeface="Calibri"/>
                <a:sym typeface="Calibri"/>
              </a:rPr>
              <a:t>the original problem</a:t>
            </a:r>
            <a:endParaRPr sz="2400" b="0" i="0" u="none" strike="noStrike" cap="none">
              <a:solidFill>
                <a:srgbClr val="FFFFFF"/>
              </a:solidFill>
              <a:latin typeface="Calibri"/>
              <a:ea typeface="Calibri"/>
              <a:cs typeface="Calibri"/>
              <a:sym typeface="Calibri"/>
            </a:endParaRPr>
          </a:p>
        </p:txBody>
      </p:sp>
      <p:sp>
        <p:nvSpPr>
          <p:cNvPr id="392" name="Google Shape;392;p5"/>
          <p:cNvSpPr/>
          <p:nvPr/>
        </p:nvSpPr>
        <p:spPr>
          <a:xfrm>
            <a:off x="7086600" y="3657600"/>
            <a:ext cx="2286000" cy="685800"/>
          </a:xfrm>
          <a:prstGeom prst="rect">
            <a:avLst/>
          </a:prstGeom>
          <a:solidFill>
            <a:srgbClr val="92D05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1932"/>
                </a:solidFill>
                <a:latin typeface="Calibri"/>
                <a:ea typeface="Calibri"/>
                <a:cs typeface="Calibri"/>
                <a:sym typeface="Calibri"/>
              </a:rPr>
              <a:t>a solution to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1932"/>
                </a:solidFill>
                <a:latin typeface="Calibri"/>
                <a:ea typeface="Calibri"/>
                <a:cs typeface="Calibri"/>
                <a:sym typeface="Calibri"/>
              </a:rPr>
              <a:t>subproblem 2</a:t>
            </a:r>
            <a:endParaRPr sz="2400" b="0" i="0" u="none" strike="noStrike" cap="none">
              <a:solidFill>
                <a:srgbClr val="FFFFFF"/>
              </a:solidFill>
              <a:latin typeface="Calibri"/>
              <a:ea typeface="Calibri"/>
              <a:cs typeface="Calibri"/>
              <a:sym typeface="Calibri"/>
            </a:endParaRPr>
          </a:p>
        </p:txBody>
      </p:sp>
      <p:cxnSp>
        <p:nvCxnSpPr>
          <p:cNvPr id="393" name="Google Shape;393;p5"/>
          <p:cNvCxnSpPr/>
          <p:nvPr/>
        </p:nvCxnSpPr>
        <p:spPr>
          <a:xfrm flipH="1">
            <a:off x="4191000" y="2057400"/>
            <a:ext cx="1447800" cy="304800"/>
          </a:xfrm>
          <a:prstGeom prst="straightConnector1">
            <a:avLst/>
          </a:prstGeom>
          <a:noFill/>
          <a:ln w="12700" cap="flat" cmpd="sng">
            <a:solidFill>
              <a:srgbClr val="FF0000"/>
            </a:solidFill>
            <a:prstDash val="solid"/>
            <a:round/>
            <a:headEnd type="none" w="sm" len="sm"/>
            <a:tailEnd type="triangle" w="sm" len="sm"/>
          </a:ln>
        </p:spPr>
      </p:cxnSp>
      <p:cxnSp>
        <p:nvCxnSpPr>
          <p:cNvPr id="394" name="Google Shape;394;p5"/>
          <p:cNvCxnSpPr/>
          <p:nvPr/>
        </p:nvCxnSpPr>
        <p:spPr>
          <a:xfrm>
            <a:off x="6477000" y="2057400"/>
            <a:ext cx="1524000" cy="304800"/>
          </a:xfrm>
          <a:prstGeom prst="straightConnector1">
            <a:avLst/>
          </a:prstGeom>
          <a:noFill/>
          <a:ln w="12700" cap="flat" cmpd="sng">
            <a:solidFill>
              <a:srgbClr val="FF0000"/>
            </a:solidFill>
            <a:prstDash val="solid"/>
            <a:round/>
            <a:headEnd type="none" w="sm" len="sm"/>
            <a:tailEnd type="triangle" w="sm" len="sm"/>
          </a:ln>
        </p:spPr>
      </p:cxnSp>
      <p:sp>
        <p:nvSpPr>
          <p:cNvPr id="395" name="Google Shape;395;p5"/>
          <p:cNvSpPr/>
          <p:nvPr/>
        </p:nvSpPr>
        <p:spPr>
          <a:xfrm>
            <a:off x="4953000" y="1295400"/>
            <a:ext cx="2286000" cy="838200"/>
          </a:xfrm>
          <a:prstGeom prst="ellipse">
            <a:avLst/>
          </a:prstGeom>
          <a:solidFill>
            <a:srgbClr val="92D050"/>
          </a:solidFill>
          <a:ln w="127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1932"/>
                </a:solidFill>
                <a:latin typeface="Calibri"/>
                <a:ea typeface="Calibri"/>
                <a:cs typeface="Calibri"/>
                <a:sym typeface="Calibri"/>
              </a:rPr>
              <a:t>a problem of size </a:t>
            </a:r>
            <a:r>
              <a:rPr lang="en-US" sz="1800" b="1" i="1" u="none" strike="noStrike" cap="none">
                <a:solidFill>
                  <a:srgbClr val="001932"/>
                </a:solidFill>
                <a:latin typeface="Calibri"/>
                <a:ea typeface="Calibri"/>
                <a:cs typeface="Calibri"/>
                <a:sym typeface="Calibri"/>
              </a:rPr>
              <a:t>n</a:t>
            </a:r>
            <a:endParaRPr sz="1800" b="1" i="0" u="none" strike="noStrike" cap="none">
              <a:solidFill>
                <a:srgbClr val="001932"/>
              </a:solidFill>
              <a:latin typeface="Calibri"/>
              <a:ea typeface="Calibri"/>
              <a:cs typeface="Calibri"/>
              <a:sym typeface="Calibri"/>
            </a:endParaRPr>
          </a:p>
        </p:txBody>
      </p:sp>
      <p:cxnSp>
        <p:nvCxnSpPr>
          <p:cNvPr id="396" name="Google Shape;396;p5"/>
          <p:cNvCxnSpPr/>
          <p:nvPr/>
        </p:nvCxnSpPr>
        <p:spPr>
          <a:xfrm>
            <a:off x="3810000" y="3200400"/>
            <a:ext cx="0" cy="457200"/>
          </a:xfrm>
          <a:prstGeom prst="straightConnector1">
            <a:avLst/>
          </a:prstGeom>
          <a:noFill/>
          <a:ln w="12700" cap="flat" cmpd="sng">
            <a:solidFill>
              <a:srgbClr val="FF0000"/>
            </a:solidFill>
            <a:prstDash val="solid"/>
            <a:round/>
            <a:headEnd type="none" w="sm" len="sm"/>
            <a:tailEnd type="triangle" w="sm" len="sm"/>
          </a:ln>
        </p:spPr>
      </p:cxnSp>
      <p:cxnSp>
        <p:nvCxnSpPr>
          <p:cNvPr id="397" name="Google Shape;397;p5"/>
          <p:cNvCxnSpPr/>
          <p:nvPr/>
        </p:nvCxnSpPr>
        <p:spPr>
          <a:xfrm>
            <a:off x="8229600" y="3200400"/>
            <a:ext cx="0" cy="457200"/>
          </a:xfrm>
          <a:prstGeom prst="straightConnector1">
            <a:avLst/>
          </a:prstGeom>
          <a:noFill/>
          <a:ln w="12700" cap="flat" cmpd="sng">
            <a:solidFill>
              <a:srgbClr val="FF0000"/>
            </a:solidFill>
            <a:prstDash val="solid"/>
            <a:round/>
            <a:headEnd type="none" w="sm" len="sm"/>
            <a:tailEnd type="triangle" w="sm" len="sm"/>
          </a:ln>
        </p:spPr>
      </p:cxnSp>
      <p:cxnSp>
        <p:nvCxnSpPr>
          <p:cNvPr id="398" name="Google Shape;398;p5"/>
          <p:cNvCxnSpPr/>
          <p:nvPr/>
        </p:nvCxnSpPr>
        <p:spPr>
          <a:xfrm>
            <a:off x="3810000" y="4343400"/>
            <a:ext cx="0" cy="533400"/>
          </a:xfrm>
          <a:prstGeom prst="straightConnector1">
            <a:avLst/>
          </a:prstGeom>
          <a:noFill/>
          <a:ln w="12700" cap="flat" cmpd="sng">
            <a:solidFill>
              <a:srgbClr val="FF0000"/>
            </a:solidFill>
            <a:prstDash val="solid"/>
            <a:round/>
            <a:headEnd type="none" w="sm" len="sm"/>
            <a:tailEnd type="none" w="sm" len="sm"/>
          </a:ln>
        </p:spPr>
      </p:cxnSp>
      <p:cxnSp>
        <p:nvCxnSpPr>
          <p:cNvPr id="399" name="Google Shape;399;p5"/>
          <p:cNvCxnSpPr/>
          <p:nvPr/>
        </p:nvCxnSpPr>
        <p:spPr>
          <a:xfrm>
            <a:off x="8229600" y="4343400"/>
            <a:ext cx="0" cy="533400"/>
          </a:xfrm>
          <a:prstGeom prst="straightConnector1">
            <a:avLst/>
          </a:prstGeom>
          <a:noFill/>
          <a:ln w="12700" cap="flat" cmpd="sng">
            <a:solidFill>
              <a:srgbClr val="FF0000"/>
            </a:solidFill>
            <a:prstDash val="solid"/>
            <a:round/>
            <a:headEnd type="none" w="sm" len="sm"/>
            <a:tailEnd type="none" w="sm" len="sm"/>
          </a:ln>
        </p:spPr>
      </p:cxnSp>
      <p:cxnSp>
        <p:nvCxnSpPr>
          <p:cNvPr id="400" name="Google Shape;400;p5"/>
          <p:cNvCxnSpPr/>
          <p:nvPr/>
        </p:nvCxnSpPr>
        <p:spPr>
          <a:xfrm>
            <a:off x="3810000" y="4876800"/>
            <a:ext cx="4419600" cy="0"/>
          </a:xfrm>
          <a:prstGeom prst="straightConnector1">
            <a:avLst/>
          </a:prstGeom>
          <a:noFill/>
          <a:ln w="12700" cap="flat" cmpd="sng">
            <a:solidFill>
              <a:srgbClr val="FF0000"/>
            </a:solidFill>
            <a:prstDash val="solid"/>
            <a:round/>
            <a:headEnd type="none" w="sm" len="sm"/>
            <a:tailEnd type="none" w="sm" len="sm"/>
          </a:ln>
        </p:spPr>
      </p:cxnSp>
      <p:cxnSp>
        <p:nvCxnSpPr>
          <p:cNvPr id="401" name="Google Shape;401;p5"/>
          <p:cNvCxnSpPr/>
          <p:nvPr/>
        </p:nvCxnSpPr>
        <p:spPr>
          <a:xfrm>
            <a:off x="6096000" y="4876800"/>
            <a:ext cx="0" cy="533400"/>
          </a:xfrm>
          <a:prstGeom prst="straightConnector1">
            <a:avLst/>
          </a:prstGeom>
          <a:noFill/>
          <a:ln w="12700" cap="flat" cmpd="sng">
            <a:solidFill>
              <a:srgbClr val="FF0000"/>
            </a:solidFill>
            <a:prstDash val="solid"/>
            <a:round/>
            <a:headEnd type="none" w="sm" len="sm"/>
            <a:tailEnd type="triangle" w="sm" len="sm"/>
          </a:ln>
        </p:spPr>
      </p:cxnSp>
      <p:sp>
        <p:nvSpPr>
          <p:cNvPr id="402" name="Google Shape;402;p5"/>
          <p:cNvSpPr txBox="1"/>
          <p:nvPr/>
        </p:nvSpPr>
        <p:spPr>
          <a:xfrm>
            <a:off x="5334000" y="1777520"/>
            <a:ext cx="1447800" cy="3667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FF9933"/>
                </a:solidFill>
                <a:latin typeface="Calibri"/>
                <a:ea typeface="Calibri"/>
                <a:cs typeface="Calibri"/>
                <a:sym typeface="Calibri"/>
              </a:rPr>
              <a:t>(instance)</a:t>
            </a:r>
            <a:endParaRPr sz="1400" b="0" i="0" u="none" strike="noStrike" cap="none">
              <a:solidFill>
                <a:srgbClr val="000000"/>
              </a:solidFill>
              <a:latin typeface="Arial"/>
              <a:ea typeface="Arial"/>
              <a:cs typeface="Arial"/>
              <a:sym typeface="Arial"/>
            </a:endParaRPr>
          </a:p>
        </p:txBody>
      </p:sp>
      <p:sp>
        <p:nvSpPr>
          <p:cNvPr id="403" name="Google Shape;403;p5"/>
          <p:cNvSpPr txBox="1"/>
          <p:nvPr/>
        </p:nvSpPr>
        <p:spPr>
          <a:xfrm>
            <a:off x="7848600" y="5426076"/>
            <a:ext cx="274320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FF6600"/>
                </a:solidFill>
                <a:latin typeface="Calibri"/>
                <a:ea typeface="Calibri"/>
                <a:cs typeface="Calibri"/>
                <a:sym typeface="Calibri"/>
              </a:rPr>
              <a:t>It general leads to a recursive algorithm!</a:t>
            </a:r>
            <a:endParaRPr sz="1400" b="0" i="0" u="none" strike="noStrike" cap="none">
              <a:solidFill>
                <a:srgbClr val="000000"/>
              </a:solidFill>
              <a:latin typeface="Arial"/>
              <a:ea typeface="Arial"/>
              <a:cs typeface="Arial"/>
              <a:sym typeface="Arial"/>
            </a:endParaRPr>
          </a:p>
        </p:txBody>
      </p:sp>
      <p:sp>
        <p:nvSpPr>
          <p:cNvPr id="404" name="Google Shape;404;p5"/>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INTERNET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3"/>
                                        </p:tgtEl>
                                        <p:attrNameLst>
                                          <p:attrName>style.visibility</p:attrName>
                                        </p:attrNameLst>
                                      </p:cBhvr>
                                      <p:to>
                                        <p:strVal val="visible"/>
                                      </p:to>
                                    </p:set>
                                    <p:anim calcmode="lin" valueType="num">
                                      <p:cBhvr additive="base">
                                        <p:cTn id="7" dur="1000"/>
                                        <p:tgtEl>
                                          <p:spTgt spid="4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6"/>
          <p:cNvSpPr txBox="1">
            <a:spLocks noGrp="1"/>
          </p:cNvSpPr>
          <p:nvPr>
            <p:ph type="title"/>
          </p:nvPr>
        </p:nvSpPr>
        <p:spPr>
          <a:xfrm>
            <a:off x="2286000" y="609600"/>
            <a:ext cx="7620000" cy="769938"/>
          </a:xfrm>
          <a:prstGeom prst="rect">
            <a:avLst/>
          </a:prstGeom>
          <a:noFill/>
          <a:ln>
            <a:noFill/>
          </a:ln>
        </p:spPr>
        <p:txBody>
          <a:bodyPr spcFirstLastPara="1" wrap="square" lIns="91425" tIns="45700" rIns="91425" bIns="45700" anchor="b" anchorCtr="0">
            <a:noAutofit/>
          </a:bodyPr>
          <a:lstStyle/>
          <a:p>
            <a:pPr marL="0" lvl="0" indent="0" algn="ctr" rtl="0">
              <a:lnSpc>
                <a:spcPct val="85000"/>
              </a:lnSpc>
              <a:spcBef>
                <a:spcPts val="0"/>
              </a:spcBef>
              <a:spcAft>
                <a:spcPts val="0"/>
              </a:spcAft>
              <a:buClr>
                <a:srgbClr val="3F3F3F"/>
              </a:buClr>
              <a:buSzPts val="4000"/>
              <a:buFont typeface="Times New Roman"/>
              <a:buNone/>
            </a:pPr>
            <a:r>
              <a:rPr lang="en-US" sz="4000">
                <a:latin typeface="Times New Roman"/>
                <a:ea typeface="Times New Roman"/>
                <a:cs typeface="Times New Roman"/>
                <a:sym typeface="Times New Roman"/>
              </a:rPr>
              <a:t>Time complexity of the general algorithm</a:t>
            </a:r>
            <a:endParaRPr/>
          </a:p>
        </p:txBody>
      </p:sp>
      <p:sp>
        <p:nvSpPr>
          <p:cNvPr id="411" name="Google Shape;411;p6"/>
          <p:cNvSpPr txBox="1">
            <a:spLocks noGrp="1"/>
          </p:cNvSpPr>
          <p:nvPr>
            <p:ph type="body" idx="1"/>
          </p:nvPr>
        </p:nvSpPr>
        <p:spPr>
          <a:xfrm>
            <a:off x="1097280" y="1845734"/>
            <a:ext cx="10312248" cy="4432236"/>
          </a:xfrm>
          <a:prstGeom prst="rect">
            <a:avLst/>
          </a:prstGeom>
          <a:noFill/>
          <a:ln>
            <a:noFill/>
          </a:ln>
        </p:spPr>
        <p:txBody>
          <a:bodyPr spcFirstLastPara="1" wrap="square" lIns="0" tIns="45700" rIns="0" bIns="45700" anchor="t" anchorCtr="0">
            <a:normAutofit fontScale="92500" lnSpcReduction="10000"/>
          </a:bodyPr>
          <a:lstStyle/>
          <a:p>
            <a:pPr marL="91440" lvl="0" indent="-187960" algn="l" rtl="0">
              <a:lnSpc>
                <a:spcPct val="90000"/>
              </a:lnSpc>
              <a:spcBef>
                <a:spcPts val="0"/>
              </a:spcBef>
              <a:spcAft>
                <a:spcPts val="0"/>
              </a:spcAft>
              <a:buSzPct val="100000"/>
              <a:buChar char=" "/>
            </a:pPr>
            <a:r>
              <a:rPr lang="en-US" sz="3200"/>
              <a:t>A Recurrence is an equation or inequality that describes a function in terms of its value on smaller inputs</a:t>
            </a:r>
            <a:endParaRPr/>
          </a:p>
          <a:p>
            <a:pPr marL="91440" lvl="0" indent="-187960" algn="l" rtl="0">
              <a:lnSpc>
                <a:spcPct val="90000"/>
              </a:lnSpc>
              <a:spcBef>
                <a:spcPts val="1400"/>
              </a:spcBef>
              <a:spcAft>
                <a:spcPts val="0"/>
              </a:spcAft>
              <a:buSzPct val="100000"/>
              <a:buChar char=" "/>
            </a:pPr>
            <a:r>
              <a:rPr lang="en-US" sz="3200"/>
              <a:t>Special techniques are required to analyze the space and time required </a:t>
            </a:r>
            <a:endParaRPr/>
          </a:p>
          <a:p>
            <a:pPr marL="91440" lvl="0" indent="0" algn="l" rtl="0">
              <a:lnSpc>
                <a:spcPct val="90000"/>
              </a:lnSpc>
              <a:spcBef>
                <a:spcPts val="1400"/>
              </a:spcBef>
              <a:spcAft>
                <a:spcPts val="0"/>
              </a:spcAft>
              <a:buSzPct val="100000"/>
              <a:buNone/>
            </a:pPr>
            <a:endParaRPr sz="3000"/>
          </a:p>
          <a:p>
            <a:pPr marL="91440" lvl="0" indent="-176212" algn="l" rtl="0">
              <a:lnSpc>
                <a:spcPct val="90000"/>
              </a:lnSpc>
              <a:spcBef>
                <a:spcPts val="1400"/>
              </a:spcBef>
              <a:spcAft>
                <a:spcPts val="0"/>
              </a:spcAft>
              <a:buSzPct val="100000"/>
              <a:buChar char=" "/>
            </a:pPr>
            <a:r>
              <a:rPr lang="en-US" sz="3000"/>
              <a:t>Time complexity (recurrence relation):</a:t>
            </a:r>
            <a:endParaRPr sz="3000"/>
          </a:p>
          <a:p>
            <a:pPr marL="91440" lvl="0" indent="-91440" algn="just" rtl="0">
              <a:lnSpc>
                <a:spcPct val="90000"/>
              </a:lnSpc>
              <a:spcBef>
                <a:spcPts val="1400"/>
              </a:spcBef>
              <a:spcAft>
                <a:spcPts val="0"/>
              </a:spcAft>
              <a:buSzPct val="100000"/>
              <a:buFont typeface="Noto Sans Symbols"/>
              <a:buNone/>
            </a:pPr>
            <a:r>
              <a:rPr lang="en-US" sz="3000"/>
              <a:t>   	where D(n) : time for splitting</a:t>
            </a:r>
            <a:endParaRPr/>
          </a:p>
          <a:p>
            <a:pPr marL="91440" lvl="0" indent="-91440" algn="just" rtl="0">
              <a:lnSpc>
                <a:spcPct val="90000"/>
              </a:lnSpc>
              <a:spcBef>
                <a:spcPts val="1400"/>
              </a:spcBef>
              <a:spcAft>
                <a:spcPts val="0"/>
              </a:spcAft>
              <a:buSzPct val="100000"/>
              <a:buFont typeface="Noto Sans Symbols"/>
              <a:buNone/>
            </a:pPr>
            <a:r>
              <a:rPr lang="en-US" sz="3000"/>
              <a:t>	          C(n) : time for conquer</a:t>
            </a:r>
            <a:endParaRPr sz="3000"/>
          </a:p>
          <a:p>
            <a:pPr marL="91440" lvl="0" indent="-91440" algn="just" rtl="0">
              <a:lnSpc>
                <a:spcPct val="90000"/>
              </a:lnSpc>
              <a:spcBef>
                <a:spcPts val="1400"/>
              </a:spcBef>
              <a:spcAft>
                <a:spcPts val="0"/>
              </a:spcAft>
              <a:buSzPct val="100000"/>
              <a:buFont typeface="Noto Sans Symbols"/>
              <a:buNone/>
            </a:pPr>
            <a:r>
              <a:rPr lang="en-US" sz="3000"/>
              <a:t>	 	 c : a constant</a:t>
            </a:r>
            <a:endParaRPr/>
          </a:p>
        </p:txBody>
      </p:sp>
      <p:pic>
        <p:nvPicPr>
          <p:cNvPr id="412" name="Google Shape;412;p6"/>
          <p:cNvPicPr preferRelativeResize="0"/>
          <p:nvPr/>
        </p:nvPicPr>
        <p:blipFill rotWithShape="1">
          <a:blip r:embed="rId3">
            <a:alphaModFix/>
          </a:blip>
          <a:srcRect/>
          <a:stretch/>
        </p:blipFill>
        <p:spPr>
          <a:xfrm>
            <a:off x="2725004" y="3219733"/>
            <a:ext cx="6577013" cy="1104900"/>
          </a:xfrm>
          <a:prstGeom prst="rect">
            <a:avLst/>
          </a:prstGeom>
          <a:noFill/>
          <a:ln>
            <a:noFill/>
          </a:ln>
        </p:spPr>
      </p:pic>
      <p:sp>
        <p:nvSpPr>
          <p:cNvPr id="413" name="Google Shape;413;p6"/>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7"/>
          <p:cNvSpPr txBox="1">
            <a:spLocks noGrp="1"/>
          </p:cNvSpPr>
          <p:nvPr>
            <p:ph type="title"/>
          </p:nvPr>
        </p:nvSpPr>
        <p:spPr>
          <a:xfrm>
            <a:off x="1097280" y="286603"/>
            <a:ext cx="10058400" cy="955343"/>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Divide-and-Conquer Examples</a:t>
            </a:r>
            <a:endParaRPr/>
          </a:p>
        </p:txBody>
      </p:sp>
      <p:sp>
        <p:nvSpPr>
          <p:cNvPr id="420" name="Google Shape;420;p7"/>
          <p:cNvSpPr txBox="1">
            <a:spLocks noGrp="1"/>
          </p:cNvSpPr>
          <p:nvPr>
            <p:ph type="body" idx="1"/>
          </p:nvPr>
        </p:nvSpPr>
        <p:spPr>
          <a:xfrm>
            <a:off x="1097279" y="1845734"/>
            <a:ext cx="10189419" cy="3640666"/>
          </a:xfrm>
          <a:prstGeom prst="rect">
            <a:avLst/>
          </a:prstGeom>
          <a:noFill/>
          <a:ln>
            <a:noFill/>
          </a:ln>
        </p:spPr>
        <p:txBody>
          <a:bodyPr spcFirstLastPara="1" wrap="square" lIns="0" tIns="45700" rIns="0" bIns="45700" anchor="t" anchorCtr="0">
            <a:normAutofit/>
          </a:bodyPr>
          <a:lstStyle/>
          <a:p>
            <a:pPr marL="457200" lvl="0" indent="-457200" algn="l" rtl="0">
              <a:lnSpc>
                <a:spcPct val="90000"/>
              </a:lnSpc>
              <a:spcBef>
                <a:spcPts val="0"/>
              </a:spcBef>
              <a:spcAft>
                <a:spcPts val="0"/>
              </a:spcAft>
              <a:buSzPts val="2800"/>
              <a:buChar char=" "/>
            </a:pPr>
            <a:r>
              <a:rPr lang="en-US" sz="2800">
                <a:latin typeface="Times New Roman"/>
                <a:ea typeface="Times New Roman"/>
                <a:cs typeface="Times New Roman"/>
                <a:sym typeface="Times New Roman"/>
              </a:rPr>
              <a:t>Sorting : Mergesort and Quicksort</a:t>
            </a:r>
            <a:endParaRPr sz="2800">
              <a:latin typeface="Times New Roman"/>
              <a:ea typeface="Times New Roman"/>
              <a:cs typeface="Times New Roman"/>
              <a:sym typeface="Times New Roman"/>
            </a:endParaRPr>
          </a:p>
          <a:p>
            <a:pPr marL="457200" lvl="0" indent="-457200" algn="l" rtl="0">
              <a:lnSpc>
                <a:spcPct val="90000"/>
              </a:lnSpc>
              <a:spcBef>
                <a:spcPts val="1400"/>
              </a:spcBef>
              <a:spcAft>
                <a:spcPts val="0"/>
              </a:spcAft>
              <a:buSzPts val="2800"/>
              <a:buChar char=" "/>
            </a:pPr>
            <a:r>
              <a:rPr lang="en-US" sz="2800">
                <a:latin typeface="Times New Roman"/>
                <a:ea typeface="Times New Roman"/>
                <a:cs typeface="Times New Roman"/>
                <a:sym typeface="Times New Roman"/>
              </a:rPr>
              <a:t>Binary tree traversals</a:t>
            </a:r>
            <a:endParaRPr/>
          </a:p>
          <a:p>
            <a:pPr marL="457200" lvl="0" indent="-457200" algn="l" rtl="0">
              <a:lnSpc>
                <a:spcPct val="90000"/>
              </a:lnSpc>
              <a:spcBef>
                <a:spcPts val="1400"/>
              </a:spcBef>
              <a:spcAft>
                <a:spcPts val="0"/>
              </a:spcAft>
              <a:buSzPts val="2800"/>
              <a:buChar char=" "/>
            </a:pPr>
            <a:r>
              <a:rPr lang="en-US" sz="2800">
                <a:latin typeface="Times New Roman"/>
                <a:ea typeface="Times New Roman"/>
                <a:cs typeface="Times New Roman"/>
                <a:sym typeface="Times New Roman"/>
              </a:rPr>
              <a:t>Binary search</a:t>
            </a:r>
            <a:endParaRPr sz="2800">
              <a:latin typeface="Times New Roman"/>
              <a:ea typeface="Times New Roman"/>
              <a:cs typeface="Times New Roman"/>
              <a:sym typeface="Times New Roman"/>
            </a:endParaRPr>
          </a:p>
          <a:p>
            <a:pPr marL="457200" lvl="0" indent="-457200" algn="l" rtl="0">
              <a:lnSpc>
                <a:spcPct val="90000"/>
              </a:lnSpc>
              <a:spcBef>
                <a:spcPts val="1400"/>
              </a:spcBef>
              <a:spcAft>
                <a:spcPts val="0"/>
              </a:spcAft>
              <a:buSzPts val="2800"/>
              <a:buChar char=" "/>
            </a:pPr>
            <a:r>
              <a:rPr lang="en-US" sz="2800">
                <a:latin typeface="Times New Roman"/>
                <a:ea typeface="Times New Roman"/>
                <a:cs typeface="Times New Roman"/>
                <a:sym typeface="Times New Roman"/>
              </a:rPr>
              <a:t>Multiplication of large integers</a:t>
            </a:r>
            <a:endParaRPr/>
          </a:p>
          <a:p>
            <a:pPr marL="457200" lvl="0" indent="-457200" algn="l" rtl="0">
              <a:lnSpc>
                <a:spcPct val="90000"/>
              </a:lnSpc>
              <a:spcBef>
                <a:spcPts val="1400"/>
              </a:spcBef>
              <a:spcAft>
                <a:spcPts val="0"/>
              </a:spcAft>
              <a:buSzPts val="2800"/>
              <a:buChar char=" "/>
            </a:pPr>
            <a:r>
              <a:rPr lang="en-US" sz="2800">
                <a:latin typeface="Times New Roman"/>
                <a:ea typeface="Times New Roman"/>
                <a:cs typeface="Times New Roman"/>
                <a:sym typeface="Times New Roman"/>
              </a:rPr>
              <a:t>Matrix multiplication: Strassen’s algorithm</a:t>
            </a:r>
            <a:endParaRPr/>
          </a:p>
          <a:p>
            <a:pPr marL="457200" lvl="0" indent="-457200" algn="l" rtl="0">
              <a:lnSpc>
                <a:spcPct val="90000"/>
              </a:lnSpc>
              <a:spcBef>
                <a:spcPts val="1400"/>
              </a:spcBef>
              <a:spcAft>
                <a:spcPts val="0"/>
              </a:spcAft>
              <a:buSzPts val="2800"/>
              <a:buChar char=" "/>
            </a:pPr>
            <a:r>
              <a:rPr lang="en-US" sz="2800">
                <a:latin typeface="Times New Roman"/>
                <a:ea typeface="Times New Roman"/>
                <a:cs typeface="Times New Roman"/>
                <a:sym typeface="Times New Roman"/>
              </a:rPr>
              <a:t>Closest-pair and convex-hull algorithms</a:t>
            </a:r>
            <a:endParaRPr/>
          </a:p>
        </p:txBody>
      </p:sp>
      <p:sp>
        <p:nvSpPr>
          <p:cNvPr id="421" name="Google Shape;421;p7"/>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THOMAS CORMEN/SAHNI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dk1"/>
              </a:buClr>
              <a:buSzPts val="4800"/>
              <a:buFont typeface="Times New Roman"/>
              <a:buNone/>
            </a:pPr>
            <a:r>
              <a:rPr lang="en-US">
                <a:solidFill>
                  <a:schemeClr val="dk1"/>
                </a:solidFill>
                <a:latin typeface="Times New Roman"/>
                <a:ea typeface="Times New Roman"/>
                <a:cs typeface="Times New Roman"/>
                <a:sym typeface="Times New Roman"/>
              </a:rPr>
              <a:t>Mergesort</a:t>
            </a:r>
            <a:endParaRPr>
              <a:solidFill>
                <a:schemeClr val="dk1"/>
              </a:solidFill>
              <a:latin typeface="Times New Roman"/>
              <a:ea typeface="Times New Roman"/>
              <a:cs typeface="Times New Roman"/>
              <a:sym typeface="Times New Roman"/>
            </a:endParaRPr>
          </a:p>
        </p:txBody>
      </p:sp>
      <p:sp>
        <p:nvSpPr>
          <p:cNvPr id="427" name="Google Shape;427;p8"/>
          <p:cNvSpPr txBox="1">
            <a:spLocks noGrp="1"/>
          </p:cNvSpPr>
          <p:nvPr>
            <p:ph type="body" idx="1"/>
          </p:nvPr>
        </p:nvSpPr>
        <p:spPr>
          <a:xfrm>
            <a:off x="996287" y="1737360"/>
            <a:ext cx="10159393" cy="4131734"/>
          </a:xfrm>
          <a:prstGeom prst="rect">
            <a:avLst/>
          </a:prstGeom>
          <a:noFill/>
          <a:ln>
            <a:noFill/>
          </a:ln>
        </p:spPr>
        <p:txBody>
          <a:bodyPr spcFirstLastPara="1" wrap="square" lIns="0" tIns="45700" rIns="0" bIns="45700" anchor="t" anchorCtr="0">
            <a:normAutofit/>
          </a:bodyPr>
          <a:lstStyle/>
          <a:p>
            <a:pPr marL="91440" lvl="0" indent="-91440" algn="l" rtl="0">
              <a:lnSpc>
                <a:spcPct val="90000"/>
              </a:lnSpc>
              <a:spcBef>
                <a:spcPts val="0"/>
              </a:spcBef>
              <a:spcAft>
                <a:spcPts val="0"/>
              </a:spcAft>
              <a:buSzPts val="2000"/>
              <a:buChar char=" "/>
            </a:pPr>
            <a:r>
              <a:rPr lang="en-US"/>
              <a:t>Merge sort is a divide and conquer algorithm for sorting arrays. To sort an array, first you split it into two arrays of roughly equal size. Then sort each of those arrays using merge sort, and merge the two sorted arrays.</a:t>
            </a:r>
            <a:endParaRPr/>
          </a:p>
          <a:p>
            <a:pPr marL="91440" lvl="0" indent="0" algn="l" rtl="0">
              <a:lnSpc>
                <a:spcPct val="90000"/>
              </a:lnSpc>
              <a:spcBef>
                <a:spcPts val="1400"/>
              </a:spcBef>
              <a:spcAft>
                <a:spcPts val="0"/>
              </a:spcAft>
              <a:buSzPts val="2000"/>
              <a:buNone/>
            </a:pPr>
            <a:endParaRPr/>
          </a:p>
        </p:txBody>
      </p:sp>
      <p:sp>
        <p:nvSpPr>
          <p:cNvPr id="428" name="Google Shape;428;p8"/>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THOMAS CORMEN</a:t>
            </a:r>
            <a:endParaRPr/>
          </a:p>
        </p:txBody>
      </p:sp>
      <p:pic>
        <p:nvPicPr>
          <p:cNvPr id="429" name="Google Shape;429;p8"/>
          <p:cNvPicPr preferRelativeResize="0"/>
          <p:nvPr/>
        </p:nvPicPr>
        <p:blipFill rotWithShape="1">
          <a:blip r:embed="rId3">
            <a:alphaModFix/>
          </a:blip>
          <a:srcRect/>
          <a:stretch/>
        </p:blipFill>
        <p:spPr>
          <a:xfrm>
            <a:off x="3193922" y="2481236"/>
            <a:ext cx="5544457" cy="368320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9"/>
          <p:cNvSpPr txBox="1">
            <a:spLocks noGrp="1"/>
          </p:cNvSpPr>
          <p:nvPr>
            <p:ph type="title"/>
          </p:nvPr>
        </p:nvSpPr>
        <p:spPr>
          <a:xfrm>
            <a:off x="1561514" y="286604"/>
            <a:ext cx="9594166" cy="130304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a:t>
            </a:r>
            <a:endParaRPr/>
          </a:p>
        </p:txBody>
      </p:sp>
      <p:pic>
        <p:nvPicPr>
          <p:cNvPr id="436" name="Google Shape;436;p9"/>
          <p:cNvPicPr preferRelativeResize="0"/>
          <p:nvPr/>
        </p:nvPicPr>
        <p:blipFill rotWithShape="1">
          <a:blip r:embed="rId3">
            <a:alphaModFix/>
          </a:blip>
          <a:srcRect/>
          <a:stretch/>
        </p:blipFill>
        <p:spPr>
          <a:xfrm>
            <a:off x="2171701" y="1965326"/>
            <a:ext cx="8233833" cy="3597275"/>
          </a:xfrm>
          <a:prstGeom prst="rect">
            <a:avLst/>
          </a:prstGeom>
          <a:noFill/>
          <a:ln>
            <a:noFill/>
          </a:ln>
        </p:spPr>
      </p:pic>
      <p:pic>
        <p:nvPicPr>
          <p:cNvPr id="437" name="Google Shape;437;p9"/>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438" name="Google Shape;438;p9"/>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439" name="Google Shape;439;p9"/>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440" name="Google Shape;440;p9"/>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p10"/>
          <p:cNvPicPr preferRelativeResize="0"/>
          <p:nvPr/>
        </p:nvPicPr>
        <p:blipFill rotWithShape="1">
          <a:blip r:embed="rId3">
            <a:alphaModFix/>
          </a:blip>
          <a:srcRect/>
          <a:stretch/>
        </p:blipFill>
        <p:spPr>
          <a:xfrm>
            <a:off x="2190751" y="1971675"/>
            <a:ext cx="8267700" cy="3600450"/>
          </a:xfrm>
          <a:prstGeom prst="rect">
            <a:avLst/>
          </a:prstGeom>
          <a:noFill/>
          <a:ln>
            <a:noFill/>
          </a:ln>
        </p:spPr>
      </p:pic>
      <p:sp>
        <p:nvSpPr>
          <p:cNvPr id="447" name="Google Shape;447;p10"/>
          <p:cNvSpPr txBox="1">
            <a:spLocks noGrp="1"/>
          </p:cNvSpPr>
          <p:nvPr>
            <p:ph type="title"/>
          </p:nvPr>
        </p:nvSpPr>
        <p:spPr>
          <a:xfrm>
            <a:off x="1645920" y="286604"/>
            <a:ext cx="9509760" cy="131711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- 2</a:t>
            </a:r>
            <a:endParaRPr/>
          </a:p>
        </p:txBody>
      </p:sp>
      <p:pic>
        <p:nvPicPr>
          <p:cNvPr id="448" name="Google Shape;448;p10"/>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449" name="Google Shape;449;p10"/>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450" name="Google Shape;450;p10"/>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451" name="Google Shape;451;p10"/>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pic>
        <p:nvPicPr>
          <p:cNvPr id="457" name="Google Shape;457;p11"/>
          <p:cNvPicPr preferRelativeResize="0"/>
          <p:nvPr/>
        </p:nvPicPr>
        <p:blipFill rotWithShape="1">
          <a:blip r:embed="rId3">
            <a:alphaModFix/>
          </a:blip>
          <a:srcRect/>
          <a:stretch/>
        </p:blipFill>
        <p:spPr>
          <a:xfrm>
            <a:off x="2190751" y="1984375"/>
            <a:ext cx="8267700" cy="3600450"/>
          </a:xfrm>
          <a:prstGeom prst="rect">
            <a:avLst/>
          </a:prstGeom>
          <a:noFill/>
          <a:ln>
            <a:noFill/>
          </a:ln>
        </p:spPr>
      </p:pic>
      <p:sp>
        <p:nvSpPr>
          <p:cNvPr id="458" name="Google Shape;458;p11"/>
          <p:cNvSpPr txBox="1">
            <a:spLocks noGrp="1"/>
          </p:cNvSpPr>
          <p:nvPr>
            <p:ph type="title"/>
          </p:nvPr>
        </p:nvSpPr>
        <p:spPr>
          <a:xfrm>
            <a:off x="1561514" y="286604"/>
            <a:ext cx="9594166" cy="130304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- 3</a:t>
            </a:r>
            <a:endParaRPr/>
          </a:p>
        </p:txBody>
      </p:sp>
      <p:pic>
        <p:nvPicPr>
          <p:cNvPr id="459" name="Google Shape;459;p11"/>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460" name="Google Shape;460;p11"/>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461" name="Google Shape;461;p11"/>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462" name="Google Shape;462;p11"/>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pic>
        <p:nvPicPr>
          <p:cNvPr id="468" name="Google Shape;468;p12"/>
          <p:cNvPicPr preferRelativeResize="0"/>
          <p:nvPr/>
        </p:nvPicPr>
        <p:blipFill rotWithShape="1">
          <a:blip r:embed="rId3">
            <a:alphaModFix/>
          </a:blip>
          <a:srcRect/>
          <a:stretch/>
        </p:blipFill>
        <p:spPr>
          <a:xfrm>
            <a:off x="2178052" y="1970088"/>
            <a:ext cx="8248649" cy="3600450"/>
          </a:xfrm>
          <a:prstGeom prst="rect">
            <a:avLst/>
          </a:prstGeom>
          <a:noFill/>
          <a:ln>
            <a:noFill/>
          </a:ln>
        </p:spPr>
      </p:pic>
      <p:sp>
        <p:nvSpPr>
          <p:cNvPr id="469" name="Google Shape;469;p12"/>
          <p:cNvSpPr txBox="1">
            <a:spLocks noGrp="1"/>
          </p:cNvSpPr>
          <p:nvPr>
            <p:ph type="title"/>
          </p:nvPr>
        </p:nvSpPr>
        <p:spPr>
          <a:xfrm>
            <a:off x="1772528" y="286604"/>
            <a:ext cx="9383151" cy="130304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- 4</a:t>
            </a:r>
            <a:endParaRPr/>
          </a:p>
        </p:txBody>
      </p:sp>
      <p:pic>
        <p:nvPicPr>
          <p:cNvPr id="470" name="Google Shape;470;p12"/>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471" name="Google Shape;471;p12"/>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472" name="Google Shape;472;p12"/>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473" name="Google Shape;473;p12"/>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pic>
        <p:nvPicPr>
          <p:cNvPr id="479" name="Google Shape;479;p13"/>
          <p:cNvPicPr preferRelativeResize="0"/>
          <p:nvPr/>
        </p:nvPicPr>
        <p:blipFill rotWithShape="1">
          <a:blip r:embed="rId3">
            <a:alphaModFix/>
          </a:blip>
          <a:srcRect/>
          <a:stretch/>
        </p:blipFill>
        <p:spPr>
          <a:xfrm>
            <a:off x="2190751" y="1970088"/>
            <a:ext cx="8267700" cy="3600450"/>
          </a:xfrm>
          <a:prstGeom prst="rect">
            <a:avLst/>
          </a:prstGeom>
          <a:noFill/>
          <a:ln>
            <a:noFill/>
          </a:ln>
        </p:spPr>
      </p:pic>
      <p:sp>
        <p:nvSpPr>
          <p:cNvPr id="480" name="Google Shape;480;p13"/>
          <p:cNvSpPr txBox="1">
            <a:spLocks noGrp="1"/>
          </p:cNvSpPr>
          <p:nvPr>
            <p:ph type="title"/>
          </p:nvPr>
        </p:nvSpPr>
        <p:spPr>
          <a:xfrm>
            <a:off x="1561514" y="286603"/>
            <a:ext cx="9594166" cy="1288979"/>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- 5</a:t>
            </a:r>
            <a:endParaRPr b="1"/>
          </a:p>
        </p:txBody>
      </p:sp>
      <p:pic>
        <p:nvPicPr>
          <p:cNvPr id="481" name="Google Shape;481;p13"/>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482" name="Google Shape;482;p13"/>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483" name="Google Shape;483;p13"/>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484" name="Google Shape;484;p13"/>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pic>
        <p:nvPicPr>
          <p:cNvPr id="490" name="Google Shape;490;p14"/>
          <p:cNvPicPr preferRelativeResize="0"/>
          <p:nvPr/>
        </p:nvPicPr>
        <p:blipFill rotWithShape="1">
          <a:blip r:embed="rId3">
            <a:alphaModFix/>
          </a:blip>
          <a:srcRect/>
          <a:stretch/>
        </p:blipFill>
        <p:spPr>
          <a:xfrm>
            <a:off x="2178051" y="1989139"/>
            <a:ext cx="8271933" cy="3597275"/>
          </a:xfrm>
          <a:prstGeom prst="rect">
            <a:avLst/>
          </a:prstGeom>
          <a:noFill/>
          <a:ln>
            <a:noFill/>
          </a:ln>
        </p:spPr>
      </p:pic>
      <p:sp>
        <p:nvSpPr>
          <p:cNvPr id="491" name="Google Shape;491;p14"/>
          <p:cNvSpPr txBox="1">
            <a:spLocks noGrp="1"/>
          </p:cNvSpPr>
          <p:nvPr>
            <p:ph type="title"/>
          </p:nvPr>
        </p:nvSpPr>
        <p:spPr>
          <a:xfrm>
            <a:off x="1730326" y="286603"/>
            <a:ext cx="9425354" cy="117643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- 6</a:t>
            </a:r>
            <a:endParaRPr/>
          </a:p>
        </p:txBody>
      </p:sp>
      <p:pic>
        <p:nvPicPr>
          <p:cNvPr id="492" name="Google Shape;492;p14"/>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493" name="Google Shape;493;p14"/>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494" name="Google Shape;494;p14"/>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495" name="Google Shape;495;p14"/>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pic>
        <p:nvPicPr>
          <p:cNvPr id="501" name="Google Shape;501;p15"/>
          <p:cNvPicPr preferRelativeResize="0"/>
          <p:nvPr/>
        </p:nvPicPr>
        <p:blipFill rotWithShape="1">
          <a:blip r:embed="rId3">
            <a:alphaModFix/>
          </a:blip>
          <a:srcRect/>
          <a:stretch/>
        </p:blipFill>
        <p:spPr>
          <a:xfrm>
            <a:off x="2192867" y="1984375"/>
            <a:ext cx="8267700" cy="3600450"/>
          </a:xfrm>
          <a:prstGeom prst="rect">
            <a:avLst/>
          </a:prstGeom>
          <a:noFill/>
          <a:ln>
            <a:noFill/>
          </a:ln>
        </p:spPr>
      </p:pic>
      <p:sp>
        <p:nvSpPr>
          <p:cNvPr id="502" name="Google Shape;502;p15"/>
          <p:cNvSpPr txBox="1">
            <a:spLocks noGrp="1"/>
          </p:cNvSpPr>
          <p:nvPr>
            <p:ph type="title"/>
          </p:nvPr>
        </p:nvSpPr>
        <p:spPr>
          <a:xfrm>
            <a:off x="1997612" y="286603"/>
            <a:ext cx="9158068" cy="1274911"/>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- 7</a:t>
            </a:r>
            <a:endParaRPr/>
          </a:p>
        </p:txBody>
      </p:sp>
      <p:pic>
        <p:nvPicPr>
          <p:cNvPr id="503" name="Google Shape;503;p15"/>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04" name="Google Shape;504;p15"/>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05" name="Google Shape;505;p15"/>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06" name="Google Shape;506;p15"/>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pic>
        <p:nvPicPr>
          <p:cNvPr id="512" name="Google Shape;512;p16"/>
          <p:cNvPicPr preferRelativeResize="0"/>
          <p:nvPr/>
        </p:nvPicPr>
        <p:blipFill rotWithShape="1">
          <a:blip r:embed="rId3">
            <a:alphaModFix/>
          </a:blip>
          <a:srcRect/>
          <a:stretch/>
        </p:blipFill>
        <p:spPr>
          <a:xfrm>
            <a:off x="2159000" y="1979613"/>
            <a:ext cx="8305800" cy="3598862"/>
          </a:xfrm>
          <a:prstGeom prst="rect">
            <a:avLst/>
          </a:prstGeom>
          <a:noFill/>
          <a:ln>
            <a:noFill/>
          </a:ln>
        </p:spPr>
      </p:pic>
      <p:sp>
        <p:nvSpPr>
          <p:cNvPr id="513" name="Google Shape;513;p16"/>
          <p:cNvSpPr txBox="1">
            <a:spLocks noGrp="1"/>
          </p:cNvSpPr>
          <p:nvPr>
            <p:ph type="title"/>
          </p:nvPr>
        </p:nvSpPr>
        <p:spPr>
          <a:xfrm>
            <a:off x="1547446" y="286603"/>
            <a:ext cx="9608234" cy="1260843"/>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- 8</a:t>
            </a:r>
            <a:endParaRPr/>
          </a:p>
        </p:txBody>
      </p:sp>
      <p:pic>
        <p:nvPicPr>
          <p:cNvPr id="514" name="Google Shape;514;p16"/>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15" name="Google Shape;515;p16"/>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16" name="Google Shape;516;p16"/>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17" name="Google Shape;517;p16"/>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pic>
        <p:nvPicPr>
          <p:cNvPr id="523" name="Google Shape;523;p17"/>
          <p:cNvPicPr preferRelativeResize="0"/>
          <p:nvPr/>
        </p:nvPicPr>
        <p:blipFill rotWithShape="1">
          <a:blip r:embed="rId3">
            <a:alphaModFix/>
          </a:blip>
          <a:srcRect/>
          <a:stretch/>
        </p:blipFill>
        <p:spPr>
          <a:xfrm>
            <a:off x="2209801" y="1970088"/>
            <a:ext cx="8267700" cy="3600450"/>
          </a:xfrm>
          <a:prstGeom prst="rect">
            <a:avLst/>
          </a:prstGeom>
          <a:noFill/>
          <a:ln>
            <a:noFill/>
          </a:ln>
        </p:spPr>
      </p:pic>
      <p:sp>
        <p:nvSpPr>
          <p:cNvPr id="524" name="Google Shape;524;p17"/>
          <p:cNvSpPr txBox="1">
            <a:spLocks noGrp="1"/>
          </p:cNvSpPr>
          <p:nvPr>
            <p:ph type="title"/>
          </p:nvPr>
        </p:nvSpPr>
        <p:spPr>
          <a:xfrm>
            <a:off x="1547446" y="286604"/>
            <a:ext cx="9608234" cy="1331182"/>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- 9</a:t>
            </a:r>
            <a:endParaRPr/>
          </a:p>
        </p:txBody>
      </p:sp>
      <p:pic>
        <p:nvPicPr>
          <p:cNvPr id="525" name="Google Shape;525;p17"/>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26" name="Google Shape;526;p17"/>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27" name="Google Shape;527;p17"/>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28" name="Google Shape;528;p17"/>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pic>
        <p:nvPicPr>
          <p:cNvPr id="534" name="Google Shape;534;p18"/>
          <p:cNvPicPr preferRelativeResize="0"/>
          <p:nvPr/>
        </p:nvPicPr>
        <p:blipFill rotWithShape="1">
          <a:blip r:embed="rId3">
            <a:alphaModFix/>
          </a:blip>
          <a:srcRect/>
          <a:stretch/>
        </p:blipFill>
        <p:spPr>
          <a:xfrm>
            <a:off x="2190751" y="1990725"/>
            <a:ext cx="8290983" cy="3597275"/>
          </a:xfrm>
          <a:prstGeom prst="rect">
            <a:avLst/>
          </a:prstGeom>
          <a:noFill/>
          <a:ln>
            <a:noFill/>
          </a:ln>
        </p:spPr>
      </p:pic>
      <p:sp>
        <p:nvSpPr>
          <p:cNvPr id="535" name="Google Shape;535;p18"/>
          <p:cNvSpPr txBox="1">
            <a:spLocks noGrp="1"/>
          </p:cNvSpPr>
          <p:nvPr>
            <p:ph type="title"/>
          </p:nvPr>
        </p:nvSpPr>
        <p:spPr>
          <a:xfrm>
            <a:off x="1561514" y="286603"/>
            <a:ext cx="9594166" cy="1373385"/>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- 10</a:t>
            </a:r>
            <a:endParaRPr/>
          </a:p>
        </p:txBody>
      </p:sp>
      <p:pic>
        <p:nvPicPr>
          <p:cNvPr id="536" name="Google Shape;536;p18"/>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37" name="Google Shape;537;p18"/>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38" name="Google Shape;538;p18"/>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39" name="Google Shape;539;p18"/>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pic>
        <p:nvPicPr>
          <p:cNvPr id="545" name="Google Shape;545;p19"/>
          <p:cNvPicPr preferRelativeResize="0"/>
          <p:nvPr/>
        </p:nvPicPr>
        <p:blipFill rotWithShape="1">
          <a:blip r:embed="rId3">
            <a:alphaModFix/>
          </a:blip>
          <a:srcRect/>
          <a:stretch/>
        </p:blipFill>
        <p:spPr>
          <a:xfrm>
            <a:off x="2214033" y="1971676"/>
            <a:ext cx="8248651" cy="3598863"/>
          </a:xfrm>
          <a:prstGeom prst="rect">
            <a:avLst/>
          </a:prstGeom>
          <a:noFill/>
          <a:ln>
            <a:noFill/>
          </a:ln>
        </p:spPr>
      </p:pic>
      <p:sp>
        <p:nvSpPr>
          <p:cNvPr id="546" name="Google Shape;546;p19"/>
          <p:cNvSpPr txBox="1">
            <a:spLocks noGrp="1"/>
          </p:cNvSpPr>
          <p:nvPr>
            <p:ph type="title"/>
          </p:nvPr>
        </p:nvSpPr>
        <p:spPr>
          <a:xfrm>
            <a:off x="1491174" y="286604"/>
            <a:ext cx="9664505" cy="1232708"/>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- 11</a:t>
            </a:r>
            <a:endParaRPr/>
          </a:p>
        </p:txBody>
      </p:sp>
      <p:pic>
        <p:nvPicPr>
          <p:cNvPr id="547" name="Google Shape;547;p19"/>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48" name="Google Shape;548;p19"/>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49" name="Google Shape;549;p19"/>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50" name="Google Shape;550;p19"/>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pic>
        <p:nvPicPr>
          <p:cNvPr id="556" name="Google Shape;556;p20"/>
          <p:cNvPicPr preferRelativeResize="0"/>
          <p:nvPr/>
        </p:nvPicPr>
        <p:blipFill rotWithShape="1">
          <a:blip r:embed="rId3">
            <a:alphaModFix/>
          </a:blip>
          <a:srcRect/>
          <a:stretch/>
        </p:blipFill>
        <p:spPr>
          <a:xfrm>
            <a:off x="2188634" y="1992314"/>
            <a:ext cx="8297333" cy="3602037"/>
          </a:xfrm>
          <a:prstGeom prst="rect">
            <a:avLst/>
          </a:prstGeom>
          <a:noFill/>
          <a:ln>
            <a:noFill/>
          </a:ln>
        </p:spPr>
      </p:pic>
      <p:sp>
        <p:nvSpPr>
          <p:cNvPr id="557" name="Google Shape;557;p20"/>
          <p:cNvSpPr txBox="1">
            <a:spLocks noGrp="1"/>
          </p:cNvSpPr>
          <p:nvPr>
            <p:ph type="title"/>
          </p:nvPr>
        </p:nvSpPr>
        <p:spPr>
          <a:xfrm>
            <a:off x="1688122" y="286604"/>
            <a:ext cx="9467557" cy="1387452"/>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- 12</a:t>
            </a:r>
            <a:endParaRPr/>
          </a:p>
        </p:txBody>
      </p:sp>
      <p:pic>
        <p:nvPicPr>
          <p:cNvPr id="558" name="Google Shape;558;p20"/>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59" name="Google Shape;559;p20"/>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60" name="Google Shape;560;p20"/>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61" name="Google Shape;561;p20"/>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pic>
        <p:nvPicPr>
          <p:cNvPr id="567" name="Google Shape;567;p21"/>
          <p:cNvPicPr preferRelativeResize="0"/>
          <p:nvPr/>
        </p:nvPicPr>
        <p:blipFill rotWithShape="1">
          <a:blip r:embed="rId3">
            <a:alphaModFix/>
          </a:blip>
          <a:srcRect/>
          <a:stretch/>
        </p:blipFill>
        <p:spPr>
          <a:xfrm>
            <a:off x="2148418" y="1990725"/>
            <a:ext cx="8297333" cy="3602038"/>
          </a:xfrm>
          <a:prstGeom prst="rect">
            <a:avLst/>
          </a:prstGeom>
          <a:noFill/>
          <a:ln>
            <a:noFill/>
          </a:ln>
        </p:spPr>
      </p:pic>
      <p:sp>
        <p:nvSpPr>
          <p:cNvPr id="568" name="Google Shape;568;p21"/>
          <p:cNvSpPr txBox="1">
            <a:spLocks noGrp="1"/>
          </p:cNvSpPr>
          <p:nvPr>
            <p:ph type="title"/>
          </p:nvPr>
        </p:nvSpPr>
        <p:spPr>
          <a:xfrm>
            <a:off x="1702190" y="286603"/>
            <a:ext cx="9453489" cy="1471859"/>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- 13</a:t>
            </a:r>
            <a:endParaRPr/>
          </a:p>
        </p:txBody>
      </p:sp>
      <p:pic>
        <p:nvPicPr>
          <p:cNvPr id="569" name="Google Shape;569;p21"/>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70" name="Google Shape;570;p21"/>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71" name="Google Shape;571;p21"/>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72" name="Google Shape;572;p21"/>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pic>
        <p:nvPicPr>
          <p:cNvPr id="578" name="Google Shape;578;p22"/>
          <p:cNvPicPr preferRelativeResize="0"/>
          <p:nvPr/>
        </p:nvPicPr>
        <p:blipFill rotWithShape="1">
          <a:blip r:embed="rId3">
            <a:alphaModFix/>
          </a:blip>
          <a:srcRect/>
          <a:stretch/>
        </p:blipFill>
        <p:spPr>
          <a:xfrm>
            <a:off x="2167467" y="1976438"/>
            <a:ext cx="8297333" cy="3602037"/>
          </a:xfrm>
          <a:prstGeom prst="rect">
            <a:avLst/>
          </a:prstGeom>
          <a:noFill/>
          <a:ln>
            <a:noFill/>
          </a:ln>
        </p:spPr>
      </p:pic>
      <p:sp>
        <p:nvSpPr>
          <p:cNvPr id="579" name="Google Shape;579;p22"/>
          <p:cNvSpPr txBox="1">
            <a:spLocks noGrp="1"/>
          </p:cNvSpPr>
          <p:nvPr>
            <p:ph type="title"/>
          </p:nvPr>
        </p:nvSpPr>
        <p:spPr>
          <a:xfrm>
            <a:off x="1758462" y="286603"/>
            <a:ext cx="9397218" cy="1345249"/>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- 14</a:t>
            </a:r>
            <a:endParaRPr/>
          </a:p>
        </p:txBody>
      </p:sp>
      <p:pic>
        <p:nvPicPr>
          <p:cNvPr id="580" name="Google Shape;580;p22"/>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81" name="Google Shape;581;p22"/>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82" name="Google Shape;582;p22"/>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83" name="Google Shape;583;p22"/>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pic>
        <p:nvPicPr>
          <p:cNvPr id="589" name="Google Shape;589;p23"/>
          <p:cNvPicPr preferRelativeResize="0"/>
          <p:nvPr/>
        </p:nvPicPr>
        <p:blipFill rotWithShape="1">
          <a:blip r:embed="rId3">
            <a:alphaModFix/>
          </a:blip>
          <a:srcRect/>
          <a:stretch/>
        </p:blipFill>
        <p:spPr>
          <a:xfrm>
            <a:off x="2156884" y="1985963"/>
            <a:ext cx="8305800" cy="3560762"/>
          </a:xfrm>
          <a:prstGeom prst="rect">
            <a:avLst/>
          </a:prstGeom>
          <a:noFill/>
          <a:ln>
            <a:noFill/>
          </a:ln>
        </p:spPr>
      </p:pic>
      <p:sp>
        <p:nvSpPr>
          <p:cNvPr id="590" name="Google Shape;590;p23"/>
          <p:cNvSpPr txBox="1">
            <a:spLocks noGrp="1"/>
          </p:cNvSpPr>
          <p:nvPr>
            <p:ph type="title"/>
          </p:nvPr>
        </p:nvSpPr>
        <p:spPr>
          <a:xfrm>
            <a:off x="1871002" y="286604"/>
            <a:ext cx="9284677" cy="1415588"/>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- 15</a:t>
            </a:r>
            <a:endParaRPr/>
          </a:p>
        </p:txBody>
      </p:sp>
      <p:pic>
        <p:nvPicPr>
          <p:cNvPr id="591" name="Google Shape;591;p23"/>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92" name="Google Shape;592;p23"/>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93" name="Google Shape;593;p23"/>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94" name="Google Shape;594;p23"/>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pic>
        <p:nvPicPr>
          <p:cNvPr id="600" name="Google Shape;600;p24"/>
          <p:cNvPicPr preferRelativeResize="0"/>
          <p:nvPr/>
        </p:nvPicPr>
        <p:blipFill rotWithShape="1">
          <a:blip r:embed="rId3">
            <a:alphaModFix/>
          </a:blip>
          <a:srcRect/>
          <a:stretch/>
        </p:blipFill>
        <p:spPr>
          <a:xfrm>
            <a:off x="2188633" y="1990725"/>
            <a:ext cx="8248651" cy="3600450"/>
          </a:xfrm>
          <a:prstGeom prst="rect">
            <a:avLst/>
          </a:prstGeom>
          <a:noFill/>
          <a:ln>
            <a:noFill/>
          </a:ln>
        </p:spPr>
      </p:pic>
      <p:sp>
        <p:nvSpPr>
          <p:cNvPr id="601" name="Google Shape;601;p24"/>
          <p:cNvSpPr txBox="1">
            <a:spLocks noGrp="1"/>
          </p:cNvSpPr>
          <p:nvPr>
            <p:ph type="title"/>
          </p:nvPr>
        </p:nvSpPr>
        <p:spPr>
          <a:xfrm>
            <a:off x="2053882" y="286603"/>
            <a:ext cx="9101797" cy="1288979"/>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- 16</a:t>
            </a:r>
            <a:endParaRPr/>
          </a:p>
        </p:txBody>
      </p:sp>
      <p:pic>
        <p:nvPicPr>
          <p:cNvPr id="602" name="Google Shape;602;p24"/>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03" name="Google Shape;603;p24"/>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04" name="Google Shape;604;p24"/>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05" name="Google Shape;605;p24"/>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pic>
        <p:nvPicPr>
          <p:cNvPr id="611" name="Google Shape;611;p25"/>
          <p:cNvPicPr preferRelativeResize="0"/>
          <p:nvPr/>
        </p:nvPicPr>
        <p:blipFill rotWithShape="1">
          <a:blip r:embed="rId3">
            <a:alphaModFix/>
          </a:blip>
          <a:srcRect/>
          <a:stretch/>
        </p:blipFill>
        <p:spPr>
          <a:xfrm>
            <a:off x="2194984" y="1976438"/>
            <a:ext cx="8278283" cy="3600450"/>
          </a:xfrm>
          <a:prstGeom prst="rect">
            <a:avLst/>
          </a:prstGeom>
          <a:noFill/>
          <a:ln>
            <a:noFill/>
          </a:ln>
        </p:spPr>
      </p:pic>
      <p:sp>
        <p:nvSpPr>
          <p:cNvPr id="612" name="Google Shape;612;p25"/>
          <p:cNvSpPr txBox="1">
            <a:spLocks noGrp="1"/>
          </p:cNvSpPr>
          <p:nvPr>
            <p:ph type="title"/>
          </p:nvPr>
        </p:nvSpPr>
        <p:spPr>
          <a:xfrm>
            <a:off x="1969476" y="286604"/>
            <a:ext cx="9186203" cy="131711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- 17</a:t>
            </a:r>
            <a:endParaRPr/>
          </a:p>
        </p:txBody>
      </p:sp>
      <p:pic>
        <p:nvPicPr>
          <p:cNvPr id="613" name="Google Shape;613;p25"/>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14" name="Google Shape;614;p25"/>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15" name="Google Shape;615;p25"/>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16" name="Google Shape;616;p25"/>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pic>
        <p:nvPicPr>
          <p:cNvPr id="622" name="Google Shape;622;p26"/>
          <p:cNvPicPr preferRelativeResize="0"/>
          <p:nvPr/>
        </p:nvPicPr>
        <p:blipFill rotWithShape="1">
          <a:blip r:embed="rId3">
            <a:alphaModFix/>
          </a:blip>
          <a:srcRect/>
          <a:stretch/>
        </p:blipFill>
        <p:spPr>
          <a:xfrm>
            <a:off x="2154767" y="1976438"/>
            <a:ext cx="8278284" cy="3600450"/>
          </a:xfrm>
          <a:prstGeom prst="rect">
            <a:avLst/>
          </a:prstGeom>
          <a:noFill/>
          <a:ln>
            <a:noFill/>
          </a:ln>
        </p:spPr>
      </p:pic>
      <p:sp>
        <p:nvSpPr>
          <p:cNvPr id="623" name="Google Shape;623;p26"/>
          <p:cNvSpPr txBox="1">
            <a:spLocks noGrp="1"/>
          </p:cNvSpPr>
          <p:nvPr>
            <p:ph type="title"/>
          </p:nvPr>
        </p:nvSpPr>
        <p:spPr>
          <a:xfrm>
            <a:off x="1617784" y="286603"/>
            <a:ext cx="9537895" cy="1443723"/>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- 18</a:t>
            </a:r>
            <a:endParaRPr/>
          </a:p>
        </p:txBody>
      </p:sp>
      <p:pic>
        <p:nvPicPr>
          <p:cNvPr id="624" name="Google Shape;624;p26"/>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25" name="Google Shape;625;p26"/>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26" name="Google Shape;626;p26"/>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27" name="Google Shape;627;p26"/>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pic>
        <p:nvPicPr>
          <p:cNvPr id="633" name="Google Shape;633;p27"/>
          <p:cNvPicPr preferRelativeResize="0"/>
          <p:nvPr/>
        </p:nvPicPr>
        <p:blipFill rotWithShape="1">
          <a:blip r:embed="rId3">
            <a:alphaModFix/>
          </a:blip>
          <a:srcRect/>
          <a:stretch/>
        </p:blipFill>
        <p:spPr>
          <a:xfrm>
            <a:off x="2175934" y="2000250"/>
            <a:ext cx="8278284" cy="3540125"/>
          </a:xfrm>
          <a:prstGeom prst="rect">
            <a:avLst/>
          </a:prstGeom>
          <a:noFill/>
          <a:ln>
            <a:noFill/>
          </a:ln>
        </p:spPr>
      </p:pic>
      <p:sp>
        <p:nvSpPr>
          <p:cNvPr id="634" name="Google Shape;634;p27"/>
          <p:cNvSpPr txBox="1">
            <a:spLocks noGrp="1"/>
          </p:cNvSpPr>
          <p:nvPr>
            <p:ph type="title"/>
          </p:nvPr>
        </p:nvSpPr>
        <p:spPr>
          <a:xfrm>
            <a:off x="1758462" y="286604"/>
            <a:ext cx="9397218" cy="140152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- 19</a:t>
            </a:r>
            <a:endParaRPr/>
          </a:p>
        </p:txBody>
      </p:sp>
      <p:pic>
        <p:nvPicPr>
          <p:cNvPr id="635" name="Google Shape;635;p27"/>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36" name="Google Shape;636;p27"/>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37" name="Google Shape;637;p27"/>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38" name="Google Shape;638;p27"/>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pic>
        <p:nvPicPr>
          <p:cNvPr id="644" name="Google Shape;644;p28"/>
          <p:cNvPicPr preferRelativeResize="0"/>
          <p:nvPr/>
        </p:nvPicPr>
        <p:blipFill rotWithShape="1">
          <a:blip r:embed="rId3">
            <a:alphaModFix/>
          </a:blip>
          <a:srcRect/>
          <a:stretch/>
        </p:blipFill>
        <p:spPr>
          <a:xfrm>
            <a:off x="2154767" y="1966914"/>
            <a:ext cx="8297333" cy="3595687"/>
          </a:xfrm>
          <a:prstGeom prst="rect">
            <a:avLst/>
          </a:prstGeom>
          <a:noFill/>
          <a:ln>
            <a:noFill/>
          </a:ln>
        </p:spPr>
      </p:pic>
      <p:sp>
        <p:nvSpPr>
          <p:cNvPr id="645" name="Google Shape;645;p28"/>
          <p:cNvSpPr txBox="1">
            <a:spLocks noGrp="1"/>
          </p:cNvSpPr>
          <p:nvPr>
            <p:ph type="title"/>
          </p:nvPr>
        </p:nvSpPr>
        <p:spPr>
          <a:xfrm>
            <a:off x="1603716" y="286604"/>
            <a:ext cx="9551963" cy="1415588"/>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- 20</a:t>
            </a:r>
            <a:endParaRPr/>
          </a:p>
        </p:txBody>
      </p:sp>
      <p:pic>
        <p:nvPicPr>
          <p:cNvPr id="646" name="Google Shape;646;p28"/>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47" name="Google Shape;647;p28"/>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48" name="Google Shape;648;p28"/>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49" name="Google Shape;649;p28"/>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pic>
        <p:nvPicPr>
          <p:cNvPr id="655" name="Google Shape;655;p29"/>
          <p:cNvPicPr preferRelativeResize="0"/>
          <p:nvPr/>
        </p:nvPicPr>
        <p:blipFill rotWithShape="1">
          <a:blip r:embed="rId3">
            <a:alphaModFix/>
          </a:blip>
          <a:srcRect/>
          <a:stretch/>
        </p:blipFill>
        <p:spPr>
          <a:xfrm>
            <a:off x="2188633" y="1995488"/>
            <a:ext cx="8248651" cy="3567112"/>
          </a:xfrm>
          <a:prstGeom prst="rect">
            <a:avLst/>
          </a:prstGeom>
          <a:noFill/>
          <a:ln>
            <a:noFill/>
          </a:ln>
        </p:spPr>
      </p:pic>
      <p:sp>
        <p:nvSpPr>
          <p:cNvPr id="656" name="Google Shape;656;p29"/>
          <p:cNvSpPr txBox="1">
            <a:spLocks noGrp="1"/>
          </p:cNvSpPr>
          <p:nvPr>
            <p:ph type="title"/>
          </p:nvPr>
        </p:nvSpPr>
        <p:spPr>
          <a:xfrm>
            <a:off x="1688122" y="286603"/>
            <a:ext cx="9467557" cy="1373385"/>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- 21</a:t>
            </a:r>
            <a:endParaRPr/>
          </a:p>
        </p:txBody>
      </p:sp>
      <p:pic>
        <p:nvPicPr>
          <p:cNvPr id="657" name="Google Shape;657;p29"/>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58" name="Google Shape;658;p29"/>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59" name="Google Shape;659;p29"/>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60" name="Google Shape;660;p29"/>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pic>
        <p:nvPicPr>
          <p:cNvPr id="666" name="Google Shape;666;p30"/>
          <p:cNvPicPr preferRelativeResize="0"/>
          <p:nvPr/>
        </p:nvPicPr>
        <p:blipFill rotWithShape="1">
          <a:blip r:embed="rId3">
            <a:alphaModFix/>
          </a:blip>
          <a:srcRect/>
          <a:stretch/>
        </p:blipFill>
        <p:spPr>
          <a:xfrm>
            <a:off x="2161118" y="1992313"/>
            <a:ext cx="8206316" cy="3575050"/>
          </a:xfrm>
          <a:prstGeom prst="rect">
            <a:avLst/>
          </a:prstGeom>
          <a:noFill/>
          <a:ln>
            <a:noFill/>
          </a:ln>
        </p:spPr>
      </p:pic>
      <p:sp>
        <p:nvSpPr>
          <p:cNvPr id="667" name="Google Shape;667;p30"/>
          <p:cNvSpPr txBox="1">
            <a:spLocks noGrp="1"/>
          </p:cNvSpPr>
          <p:nvPr>
            <p:ph type="title"/>
          </p:nvPr>
        </p:nvSpPr>
        <p:spPr>
          <a:xfrm>
            <a:off x="1814732" y="286603"/>
            <a:ext cx="9340948" cy="135931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- 22</a:t>
            </a:r>
            <a:endParaRPr/>
          </a:p>
        </p:txBody>
      </p:sp>
      <p:pic>
        <p:nvPicPr>
          <p:cNvPr id="668" name="Google Shape;668;p30"/>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69" name="Google Shape;669;p30"/>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70" name="Google Shape;670;p30"/>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71" name="Google Shape;671;p30"/>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31"/>
          <p:cNvSpPr txBox="1">
            <a:spLocks noGrp="1"/>
          </p:cNvSpPr>
          <p:nvPr>
            <p:ph type="title"/>
          </p:nvPr>
        </p:nvSpPr>
        <p:spPr>
          <a:xfrm>
            <a:off x="2841674" y="492369"/>
            <a:ext cx="5055418" cy="64711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320"/>
              <a:buFont typeface="Arial"/>
              <a:buNone/>
            </a:pPr>
            <a:r>
              <a:rPr lang="en-US" sz="4320"/>
              <a:t>Merge Sort Algorithm</a:t>
            </a:r>
            <a:endParaRPr sz="4320"/>
          </a:p>
        </p:txBody>
      </p:sp>
      <p:sp>
        <p:nvSpPr>
          <p:cNvPr id="677" name="Google Shape;677;p31"/>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9/15/2022</a:t>
            </a:r>
            <a:endParaRPr/>
          </a:p>
        </p:txBody>
      </p:sp>
      <p:pic>
        <p:nvPicPr>
          <p:cNvPr id="678" name="Google Shape;678;p31"/>
          <p:cNvPicPr preferRelativeResize="0"/>
          <p:nvPr/>
        </p:nvPicPr>
        <p:blipFill rotWithShape="1">
          <a:blip r:embed="rId3">
            <a:alphaModFix/>
          </a:blip>
          <a:srcRect/>
          <a:stretch/>
        </p:blipFill>
        <p:spPr>
          <a:xfrm>
            <a:off x="195070" y="286604"/>
            <a:ext cx="1269598" cy="1148496"/>
          </a:xfrm>
          <a:prstGeom prst="rect">
            <a:avLst/>
          </a:prstGeom>
          <a:noFill/>
          <a:ln>
            <a:noFill/>
          </a:ln>
        </p:spPr>
      </p:pic>
      <p:pic>
        <p:nvPicPr>
          <p:cNvPr id="679" name="Google Shape;679;p31" descr="Working of Merge Sort"/>
          <p:cNvPicPr preferRelativeResize="0"/>
          <p:nvPr/>
        </p:nvPicPr>
        <p:blipFill rotWithShape="1">
          <a:blip r:embed="rId4">
            <a:alphaModFix/>
          </a:blip>
          <a:srcRect/>
          <a:stretch/>
        </p:blipFill>
        <p:spPr>
          <a:xfrm>
            <a:off x="5996608" y="1624084"/>
            <a:ext cx="6064440" cy="4662336"/>
          </a:xfrm>
          <a:prstGeom prst="rect">
            <a:avLst/>
          </a:prstGeom>
          <a:noFill/>
          <a:ln>
            <a:noFill/>
          </a:ln>
        </p:spPr>
      </p:pic>
      <p:sp>
        <p:nvSpPr>
          <p:cNvPr id="680" name="Google Shape;680;p31"/>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Fundamentals of Data Strcutures     </a:t>
            </a:r>
            <a:endParaRPr/>
          </a:p>
        </p:txBody>
      </p:sp>
      <p:sp>
        <p:nvSpPr>
          <p:cNvPr id="681" name="Google Shape;681;p31"/>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n-US"/>
              <a:t>32</a:t>
            </a:fld>
            <a:endParaRPr/>
          </a:p>
        </p:txBody>
      </p:sp>
      <p:sp>
        <p:nvSpPr>
          <p:cNvPr id="682" name="Google Shape;682;p31"/>
          <p:cNvSpPr/>
          <p:nvPr/>
        </p:nvSpPr>
        <p:spPr>
          <a:xfrm>
            <a:off x="195070" y="1486218"/>
            <a:ext cx="6947439" cy="50167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Algorithm MergeSort(a,low, high)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//a[low : high] array to be sorted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 Small(P) is true if there is only one element to sort. In this     case the list is already sorted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if (low &lt; high) // If there are more than one element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 Divide P into subproblems. Find where to split the set.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mid := | (low + high)/2|;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 Solve the subproblems.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MergeSort(a,low, mid);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MergeSort(a,mid + 1, high);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 Combine the solutions.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Merge(a,low, mid, high);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a:t>
            </a:r>
            <a:endParaRPr sz="2000" b="0" i="0" u="none" strike="noStrike" cap="none">
              <a:solidFill>
                <a:srgbClr val="000000"/>
              </a:solidFill>
              <a:latin typeface="Times New Roman"/>
              <a:ea typeface="Times New Roman"/>
              <a:cs typeface="Times New Roman"/>
              <a:sym typeface="Times New Roman"/>
            </a:endParaRPr>
          </a:p>
        </p:txBody>
      </p:sp>
      <p:sp>
        <p:nvSpPr>
          <p:cNvPr id="683" name="Google Shape;683;p31"/>
          <p:cNvSpPr txBox="1"/>
          <p:nvPr/>
        </p:nvSpPr>
        <p:spPr>
          <a:xfrm>
            <a:off x="9274098" y="193923"/>
            <a:ext cx="2739488" cy="49565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rgbClr val="C00000"/>
                </a:solidFill>
                <a:latin typeface="Times New Roman"/>
                <a:ea typeface="Times New Roman"/>
                <a:cs typeface="Times New Roman"/>
                <a:sym typeface="Times New Roman"/>
              </a:rPr>
              <a:t>REF BOOK: Horowitz, Salmi &amp; Rajasekaran</a:t>
            </a:r>
            <a:endParaRPr sz="1100" b="0" i="0" u="none" strike="noStrike" cap="none">
              <a:solidFill>
                <a:srgbClr val="C0000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8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8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8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8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8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8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8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82">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8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pic>
        <p:nvPicPr>
          <p:cNvPr id="688" name="Google Shape;688;p32"/>
          <p:cNvPicPr preferRelativeResize="0"/>
          <p:nvPr/>
        </p:nvPicPr>
        <p:blipFill rotWithShape="1">
          <a:blip r:embed="rId3">
            <a:alphaModFix/>
          </a:blip>
          <a:srcRect/>
          <a:stretch/>
        </p:blipFill>
        <p:spPr>
          <a:xfrm>
            <a:off x="0" y="0"/>
            <a:ext cx="1269598" cy="1148496"/>
          </a:xfrm>
          <a:prstGeom prst="rect">
            <a:avLst/>
          </a:prstGeom>
          <a:noFill/>
          <a:ln>
            <a:noFill/>
          </a:ln>
        </p:spPr>
      </p:pic>
      <p:sp>
        <p:nvSpPr>
          <p:cNvPr id="689" name="Google Shape;689;p32"/>
          <p:cNvSpPr/>
          <p:nvPr/>
        </p:nvSpPr>
        <p:spPr>
          <a:xfrm>
            <a:off x="1297250" y="122829"/>
            <a:ext cx="7188368" cy="784830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Algorithm  Merge(a,low, mid , high)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a[low  : high]  is array  containing  two  sorted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  subsets  in  a[ low;  : mid]  and  in  a[mid + 1 : high] .  </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The  go is to  merge  these  two  sets  into  a  single set  residing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in  a[low  : high] .  b[  ]  is an  auxiliary global  array.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h := low ;  i  := low ; j := mid + 1;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while  ( ( h  &lt;= mid)   and (j  &lt;= high))  do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if  ( a[ h] &lt;= a[j])</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	</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b[i] := a[h] ;h := h + 1;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else</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b[i ] := a[j ] ;    j:= j+ 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i:= i + 1;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if  ( h  &gt; mid)  then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for  k  := j  to  high  do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b[i] := a[ k] ;	i:= i  + 1;</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else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for  k  := h to  mid  do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b[i]  := a[ k] ;  i:= i+ 1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for  k  :=  low  to  high  do  a[ k]   := b[ 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pic>
        <p:nvPicPr>
          <p:cNvPr id="690" name="Google Shape;690;p32" descr="Merging Two Lists"/>
          <p:cNvPicPr preferRelativeResize="0"/>
          <p:nvPr/>
        </p:nvPicPr>
        <p:blipFill rotWithShape="1">
          <a:blip r:embed="rId4">
            <a:alphaModFix/>
          </a:blip>
          <a:srcRect/>
          <a:stretch/>
        </p:blipFill>
        <p:spPr>
          <a:xfrm>
            <a:off x="5933236" y="368324"/>
            <a:ext cx="5928067" cy="4654682"/>
          </a:xfrm>
          <a:prstGeom prst="rect">
            <a:avLst/>
          </a:prstGeom>
          <a:noFill/>
          <a:ln>
            <a:noFill/>
          </a:ln>
        </p:spPr>
      </p:pic>
      <p:sp>
        <p:nvSpPr>
          <p:cNvPr id="691" name="Google Shape;691;p32"/>
          <p:cNvSpPr txBox="1"/>
          <p:nvPr/>
        </p:nvSpPr>
        <p:spPr>
          <a:xfrm>
            <a:off x="9121815" y="5569487"/>
            <a:ext cx="2739488" cy="49565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100" b="0" i="0" u="none" strike="noStrike" cap="none">
                <a:solidFill>
                  <a:srgbClr val="C00000"/>
                </a:solidFill>
                <a:latin typeface="Times New Roman"/>
                <a:ea typeface="Times New Roman"/>
                <a:cs typeface="Times New Roman"/>
                <a:sym typeface="Times New Roman"/>
              </a:rPr>
              <a:t>REF BOOK: Horowitz, Salmi &amp; Rajasekaran</a:t>
            </a:r>
            <a:endParaRPr sz="1100" b="0" i="0" u="none" strike="noStrike" cap="none">
              <a:solidFill>
                <a:srgbClr val="C0000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8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8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8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8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8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8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8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89">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89">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89">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89">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89">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689">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89">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89">
                                            <p:txEl>
                                              <p:pRg st="20" end="2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89">
                                            <p:txEl>
                                              <p:pRg st="21" end="2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89">
                                            <p:txEl>
                                              <p:pRg st="22" end="2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89">
                                            <p:txEl>
                                              <p:pRg st="23" end="2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89">
                                            <p:txEl>
                                              <p:pRg st="24" end="2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89">
                                            <p:txEl>
                                              <p:pRg st="25" end="2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89">
                                            <p:txEl>
                                              <p:pRg st="26" end="26"/>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689">
                                            <p:txEl>
                                              <p:pRg st="27" end="27"/>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689">
                                            <p:txEl>
                                              <p:pRg st="28" end="28"/>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689">
                                            <p:txEl>
                                              <p:pRg st="29" end="29"/>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689">
                                            <p:txEl>
                                              <p:pRg st="30" end="3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689">
                                            <p:txEl>
                                              <p:pRg st="31" end="31"/>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689">
                                            <p:txEl>
                                              <p:pRg st="32" end="32"/>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689">
                                            <p:txEl>
                                              <p:pRg st="33" end="33"/>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689">
                                            <p:txEl>
                                              <p:pRg st="34" end="3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Analysis of Mergesort</a:t>
            </a:r>
            <a:endParaRPr>
              <a:latin typeface="Times New Roman"/>
              <a:ea typeface="Times New Roman"/>
              <a:cs typeface="Times New Roman"/>
              <a:sym typeface="Times New Roman"/>
            </a:endParaRPr>
          </a:p>
        </p:txBody>
      </p:sp>
      <p:sp>
        <p:nvSpPr>
          <p:cNvPr id="699" name="Google Shape;699;p35"/>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THOMAS CORMEN</a:t>
            </a:r>
            <a:endParaRPr/>
          </a:p>
        </p:txBody>
      </p:sp>
      <p:sp>
        <p:nvSpPr>
          <p:cNvPr id="700" name="Google Shape;700;p35"/>
          <p:cNvSpPr txBox="1">
            <a:spLocks noGrp="1"/>
          </p:cNvSpPr>
          <p:nvPr>
            <p:ph type="body" idx="1"/>
          </p:nvPr>
        </p:nvSpPr>
        <p:spPr>
          <a:xfrm>
            <a:off x="1068387" y="2086892"/>
            <a:ext cx="10058400" cy="4023360"/>
          </a:xfrm>
          <a:prstGeom prst="rect">
            <a:avLst/>
          </a:prstGeom>
          <a:noFill/>
          <a:ln>
            <a:noFill/>
          </a:ln>
        </p:spPr>
        <p:txBody>
          <a:bodyPr spcFirstLastPara="1" wrap="square" lIns="0" tIns="45700" rIns="0" bIns="45700" anchor="t" anchorCtr="0">
            <a:normAutofit fontScale="92500" lnSpcReduction="10000"/>
          </a:bodyPr>
          <a:lstStyle/>
          <a:p>
            <a:pPr marL="91440" lvl="0" indent="-164465" algn="l" rtl="0">
              <a:lnSpc>
                <a:spcPct val="90000"/>
              </a:lnSpc>
              <a:spcBef>
                <a:spcPts val="0"/>
              </a:spcBef>
              <a:spcAft>
                <a:spcPts val="0"/>
              </a:spcAft>
              <a:buSzPct val="100000"/>
              <a:buChar char=" "/>
            </a:pPr>
            <a:r>
              <a:rPr lang="en-US" sz="2800">
                <a:solidFill>
                  <a:srgbClr val="CC3300"/>
                </a:solidFill>
              </a:rPr>
              <a:t>Running time </a:t>
            </a:r>
            <a:r>
              <a:rPr lang="en-US" sz="2800" b="1" i="1">
                <a:solidFill>
                  <a:schemeClr val="hlink"/>
                </a:solidFill>
              </a:rPr>
              <a:t>T</a:t>
            </a:r>
            <a:r>
              <a:rPr lang="en-US" sz="2800" b="1">
                <a:solidFill>
                  <a:schemeClr val="hlink"/>
                </a:solidFill>
              </a:rPr>
              <a:t>(</a:t>
            </a:r>
            <a:r>
              <a:rPr lang="en-US" sz="2800" b="1" i="1">
                <a:solidFill>
                  <a:schemeClr val="hlink"/>
                </a:solidFill>
              </a:rPr>
              <a:t>n</a:t>
            </a:r>
            <a:r>
              <a:rPr lang="en-US" sz="2800" b="1">
                <a:solidFill>
                  <a:schemeClr val="hlink"/>
                </a:solidFill>
              </a:rPr>
              <a:t>)</a:t>
            </a:r>
            <a:r>
              <a:rPr lang="en-US" sz="2800">
                <a:solidFill>
                  <a:srgbClr val="CC3300"/>
                </a:solidFill>
              </a:rPr>
              <a:t> of Merge Sort:</a:t>
            </a:r>
            <a:endParaRPr/>
          </a:p>
          <a:p>
            <a:pPr marL="91440" lvl="0" indent="-164465" algn="l" rtl="0">
              <a:lnSpc>
                <a:spcPct val="90000"/>
              </a:lnSpc>
              <a:spcBef>
                <a:spcPts val="1400"/>
              </a:spcBef>
              <a:spcAft>
                <a:spcPts val="0"/>
              </a:spcAft>
              <a:buSzPct val="100000"/>
              <a:buChar char=" "/>
            </a:pPr>
            <a:r>
              <a:rPr lang="en-US" sz="2800"/>
              <a:t>Divide: computing the middle takes </a:t>
            </a:r>
            <a:r>
              <a:rPr lang="en-US" sz="2800">
                <a:solidFill>
                  <a:srgbClr val="CC3300"/>
                </a:solidFill>
              </a:rPr>
              <a:t>Θ(1)</a:t>
            </a:r>
            <a:r>
              <a:rPr lang="en-US" sz="2800" i="1">
                <a:solidFill>
                  <a:srgbClr val="3DDE2C"/>
                </a:solidFill>
              </a:rPr>
              <a:t> </a:t>
            </a:r>
            <a:endParaRPr/>
          </a:p>
          <a:p>
            <a:pPr marL="91440" lvl="0" indent="-164465" algn="l" rtl="0">
              <a:lnSpc>
                <a:spcPct val="90000"/>
              </a:lnSpc>
              <a:spcBef>
                <a:spcPts val="1400"/>
              </a:spcBef>
              <a:spcAft>
                <a:spcPts val="0"/>
              </a:spcAft>
              <a:buSzPct val="100000"/>
              <a:buChar char=" "/>
            </a:pPr>
            <a:r>
              <a:rPr lang="en-US" sz="2800"/>
              <a:t>Conquer: solving 2 sub problems takes </a:t>
            </a:r>
            <a:r>
              <a:rPr lang="en-US" sz="2800">
                <a:solidFill>
                  <a:srgbClr val="CC3300"/>
                </a:solidFill>
              </a:rPr>
              <a:t>2</a:t>
            </a:r>
            <a:r>
              <a:rPr lang="en-US" sz="2800" i="1">
                <a:solidFill>
                  <a:srgbClr val="CC3300"/>
                </a:solidFill>
              </a:rPr>
              <a:t>T</a:t>
            </a:r>
            <a:r>
              <a:rPr lang="en-US" sz="2800">
                <a:solidFill>
                  <a:srgbClr val="CC3300"/>
                </a:solidFill>
              </a:rPr>
              <a:t>(</a:t>
            </a:r>
            <a:r>
              <a:rPr lang="en-US" sz="2800" i="1">
                <a:solidFill>
                  <a:srgbClr val="CC3300"/>
                </a:solidFill>
              </a:rPr>
              <a:t>n</a:t>
            </a:r>
            <a:r>
              <a:rPr lang="en-US" sz="2800">
                <a:solidFill>
                  <a:srgbClr val="CC3300"/>
                </a:solidFill>
              </a:rPr>
              <a:t>/2)</a:t>
            </a:r>
            <a:r>
              <a:rPr lang="en-US" sz="2800" i="1">
                <a:solidFill>
                  <a:srgbClr val="3DDE2C"/>
                </a:solidFill>
              </a:rPr>
              <a:t> </a:t>
            </a:r>
            <a:endParaRPr sz="2800"/>
          </a:p>
          <a:p>
            <a:pPr marL="91440" lvl="0" indent="-164465" algn="l" rtl="0">
              <a:lnSpc>
                <a:spcPct val="90000"/>
              </a:lnSpc>
              <a:spcBef>
                <a:spcPts val="1400"/>
              </a:spcBef>
              <a:spcAft>
                <a:spcPts val="0"/>
              </a:spcAft>
              <a:buSzPct val="100000"/>
              <a:buChar char=" "/>
            </a:pPr>
            <a:r>
              <a:rPr lang="en-US" sz="2800"/>
              <a:t>Combine: merging </a:t>
            </a:r>
            <a:r>
              <a:rPr lang="en-US" sz="2800" i="1"/>
              <a:t>n</a:t>
            </a:r>
            <a:r>
              <a:rPr lang="en-US" sz="2800"/>
              <a:t> elements takes </a:t>
            </a:r>
            <a:r>
              <a:rPr lang="en-US" sz="2800">
                <a:solidFill>
                  <a:srgbClr val="CC3300"/>
                </a:solidFill>
              </a:rPr>
              <a:t>Θ(</a:t>
            </a:r>
            <a:r>
              <a:rPr lang="en-US" sz="2800" i="1">
                <a:solidFill>
                  <a:srgbClr val="CC3300"/>
                </a:solidFill>
              </a:rPr>
              <a:t>n</a:t>
            </a:r>
            <a:r>
              <a:rPr lang="en-US" sz="2800">
                <a:solidFill>
                  <a:srgbClr val="CC3300"/>
                </a:solidFill>
              </a:rPr>
              <a:t>)</a:t>
            </a:r>
            <a:r>
              <a:rPr lang="en-US" sz="2800" i="1">
                <a:solidFill>
                  <a:srgbClr val="3DDE2C"/>
                </a:solidFill>
              </a:rPr>
              <a:t> </a:t>
            </a:r>
            <a:endParaRPr/>
          </a:p>
          <a:p>
            <a:pPr marL="91440" lvl="0" indent="-164465" algn="l" rtl="0">
              <a:lnSpc>
                <a:spcPct val="90000"/>
              </a:lnSpc>
              <a:spcBef>
                <a:spcPts val="1400"/>
              </a:spcBef>
              <a:spcAft>
                <a:spcPts val="0"/>
              </a:spcAft>
              <a:buSzPct val="100000"/>
              <a:buChar char=" "/>
            </a:pPr>
            <a:r>
              <a:rPr lang="en-US" sz="2800"/>
              <a:t>Total</a:t>
            </a:r>
            <a:r>
              <a:rPr lang="en-US"/>
              <a:t>:</a:t>
            </a:r>
            <a:endParaRPr/>
          </a:p>
          <a:p>
            <a:pPr marL="566928" lvl="2" indent="-182880" algn="ctr" rtl="0">
              <a:lnSpc>
                <a:spcPct val="90000"/>
              </a:lnSpc>
              <a:spcBef>
                <a:spcPts val="400"/>
              </a:spcBef>
              <a:spcAft>
                <a:spcPts val="0"/>
              </a:spcAft>
              <a:buSzPct val="100000"/>
              <a:buFont typeface="Calibri"/>
              <a:buNone/>
            </a:pPr>
            <a:r>
              <a:rPr lang="en-US" sz="2800" i="1">
                <a:solidFill>
                  <a:srgbClr val="CC3300"/>
                </a:solidFill>
              </a:rPr>
              <a:t>		T</a:t>
            </a:r>
            <a:r>
              <a:rPr lang="en-US" sz="2800">
                <a:solidFill>
                  <a:srgbClr val="CC3300"/>
                </a:solidFill>
              </a:rPr>
              <a:t>(</a:t>
            </a:r>
            <a:r>
              <a:rPr lang="en-US" sz="2800" i="1">
                <a:solidFill>
                  <a:srgbClr val="CC3300"/>
                </a:solidFill>
              </a:rPr>
              <a:t>n</a:t>
            </a:r>
            <a:r>
              <a:rPr lang="en-US" sz="2800">
                <a:solidFill>
                  <a:srgbClr val="CC3300"/>
                </a:solidFill>
              </a:rPr>
              <a:t>)</a:t>
            </a:r>
            <a:r>
              <a:rPr lang="en-US" sz="2800" i="1">
                <a:solidFill>
                  <a:srgbClr val="CC3300"/>
                </a:solidFill>
              </a:rPr>
              <a:t> = </a:t>
            </a:r>
            <a:r>
              <a:rPr lang="en-US" sz="2800">
                <a:solidFill>
                  <a:srgbClr val="CC3300"/>
                </a:solidFill>
              </a:rPr>
              <a:t>Θ(1)</a:t>
            </a:r>
            <a:r>
              <a:rPr lang="en-US" sz="2800" i="1">
                <a:solidFill>
                  <a:srgbClr val="CC3300"/>
                </a:solidFill>
              </a:rPr>
              <a:t> 			</a:t>
            </a:r>
            <a:r>
              <a:rPr lang="en-US" sz="2800">
                <a:solidFill>
                  <a:srgbClr val="CC3300"/>
                </a:solidFill>
              </a:rPr>
              <a:t>if</a:t>
            </a:r>
            <a:r>
              <a:rPr lang="en-US" sz="2800" i="1">
                <a:solidFill>
                  <a:srgbClr val="CC3300"/>
                </a:solidFill>
              </a:rPr>
              <a:t> n = </a:t>
            </a:r>
            <a:r>
              <a:rPr lang="en-US" sz="2800">
                <a:solidFill>
                  <a:srgbClr val="CC3300"/>
                </a:solidFill>
              </a:rPr>
              <a:t>1</a:t>
            </a:r>
            <a:endParaRPr sz="2800" i="1">
              <a:solidFill>
                <a:srgbClr val="CC3300"/>
              </a:solidFill>
            </a:endParaRPr>
          </a:p>
          <a:p>
            <a:pPr marL="566928" lvl="2" indent="-182880" algn="ctr" rtl="0">
              <a:lnSpc>
                <a:spcPct val="90000"/>
              </a:lnSpc>
              <a:spcBef>
                <a:spcPts val="600"/>
              </a:spcBef>
              <a:spcAft>
                <a:spcPts val="0"/>
              </a:spcAft>
              <a:buSzPct val="100000"/>
              <a:buFont typeface="Calibri"/>
              <a:buNone/>
            </a:pPr>
            <a:r>
              <a:rPr lang="en-US" sz="2800" i="1">
                <a:solidFill>
                  <a:srgbClr val="CC3300"/>
                </a:solidFill>
              </a:rPr>
              <a:t>T</a:t>
            </a:r>
            <a:r>
              <a:rPr lang="en-US" sz="2800">
                <a:solidFill>
                  <a:srgbClr val="CC3300"/>
                </a:solidFill>
              </a:rPr>
              <a:t>(</a:t>
            </a:r>
            <a:r>
              <a:rPr lang="en-US" sz="2800" i="1">
                <a:solidFill>
                  <a:srgbClr val="CC3300"/>
                </a:solidFill>
              </a:rPr>
              <a:t>n</a:t>
            </a:r>
            <a:r>
              <a:rPr lang="en-US" sz="2800">
                <a:solidFill>
                  <a:srgbClr val="CC3300"/>
                </a:solidFill>
              </a:rPr>
              <a:t>)</a:t>
            </a:r>
            <a:r>
              <a:rPr lang="en-US" sz="2800" i="1">
                <a:solidFill>
                  <a:srgbClr val="CC3300"/>
                </a:solidFill>
              </a:rPr>
              <a:t> = </a:t>
            </a:r>
            <a:r>
              <a:rPr lang="en-US" sz="2800">
                <a:solidFill>
                  <a:srgbClr val="CC3300"/>
                </a:solidFill>
              </a:rPr>
              <a:t>2</a:t>
            </a:r>
            <a:r>
              <a:rPr lang="en-US" sz="2800" i="1">
                <a:solidFill>
                  <a:srgbClr val="CC3300"/>
                </a:solidFill>
              </a:rPr>
              <a:t>T</a:t>
            </a:r>
            <a:r>
              <a:rPr lang="en-US" sz="2800">
                <a:solidFill>
                  <a:srgbClr val="CC3300"/>
                </a:solidFill>
              </a:rPr>
              <a:t>(</a:t>
            </a:r>
            <a:r>
              <a:rPr lang="en-US" sz="2800" i="1">
                <a:solidFill>
                  <a:srgbClr val="CC3300"/>
                </a:solidFill>
              </a:rPr>
              <a:t>n</a:t>
            </a:r>
            <a:r>
              <a:rPr lang="en-US" sz="2800">
                <a:solidFill>
                  <a:srgbClr val="CC3300"/>
                </a:solidFill>
              </a:rPr>
              <a:t>/2)</a:t>
            </a:r>
            <a:r>
              <a:rPr lang="en-US" sz="2800" i="1">
                <a:solidFill>
                  <a:srgbClr val="CC3300"/>
                </a:solidFill>
              </a:rPr>
              <a:t> + </a:t>
            </a:r>
            <a:r>
              <a:rPr lang="en-US" sz="2800">
                <a:solidFill>
                  <a:srgbClr val="CC3300"/>
                </a:solidFill>
              </a:rPr>
              <a:t>Θ(</a:t>
            </a:r>
            <a:r>
              <a:rPr lang="en-US" sz="2800" i="1">
                <a:solidFill>
                  <a:srgbClr val="CC3300"/>
                </a:solidFill>
              </a:rPr>
              <a:t>n</a:t>
            </a:r>
            <a:r>
              <a:rPr lang="en-US" sz="2800">
                <a:solidFill>
                  <a:srgbClr val="CC3300"/>
                </a:solidFill>
              </a:rPr>
              <a:t>)</a:t>
            </a:r>
            <a:r>
              <a:rPr lang="en-US" sz="2800" i="1">
                <a:solidFill>
                  <a:srgbClr val="CC3300"/>
                </a:solidFill>
              </a:rPr>
              <a:t> 		</a:t>
            </a:r>
            <a:r>
              <a:rPr lang="en-US" sz="2800">
                <a:solidFill>
                  <a:srgbClr val="CC3300"/>
                </a:solidFill>
              </a:rPr>
              <a:t>if</a:t>
            </a:r>
            <a:r>
              <a:rPr lang="en-US" sz="2800" i="1">
                <a:solidFill>
                  <a:srgbClr val="CC3300"/>
                </a:solidFill>
              </a:rPr>
              <a:t> n &gt; </a:t>
            </a:r>
            <a:r>
              <a:rPr lang="en-US" sz="2800">
                <a:solidFill>
                  <a:srgbClr val="CC3300"/>
                </a:solidFill>
              </a:rPr>
              <a:t>1</a:t>
            </a:r>
            <a:endParaRPr sz="2800" i="1">
              <a:solidFill>
                <a:srgbClr val="CC3300"/>
              </a:solidFill>
            </a:endParaRPr>
          </a:p>
          <a:p>
            <a:pPr marL="566928" lvl="2" indent="-182880" algn="ctr" rtl="0">
              <a:lnSpc>
                <a:spcPct val="90000"/>
              </a:lnSpc>
              <a:spcBef>
                <a:spcPts val="600"/>
              </a:spcBef>
              <a:spcAft>
                <a:spcPts val="0"/>
              </a:spcAft>
              <a:buSzPct val="100000"/>
              <a:buFont typeface="Calibri"/>
              <a:buNone/>
            </a:pPr>
            <a:endParaRPr sz="1000" i="1">
              <a:solidFill>
                <a:srgbClr val="CC3300"/>
              </a:solidFill>
            </a:endParaRPr>
          </a:p>
          <a:p>
            <a:pPr marL="384048" lvl="1" indent="-182879" algn="l" rtl="0">
              <a:lnSpc>
                <a:spcPct val="90000"/>
              </a:lnSpc>
              <a:spcBef>
                <a:spcPts val="600"/>
              </a:spcBef>
              <a:spcAft>
                <a:spcPts val="0"/>
              </a:spcAft>
              <a:buSzPct val="100000"/>
              <a:buFont typeface="Noto Sans Symbols"/>
              <a:buChar char="⇒"/>
            </a:pPr>
            <a:r>
              <a:rPr lang="en-US" i="1">
                <a:solidFill>
                  <a:schemeClr val="hlink"/>
                </a:solidFill>
              </a:rPr>
              <a:t>T</a:t>
            </a:r>
            <a:r>
              <a:rPr lang="en-US">
                <a:solidFill>
                  <a:schemeClr val="hlink"/>
                </a:solidFill>
              </a:rPr>
              <a:t>(</a:t>
            </a:r>
            <a:r>
              <a:rPr lang="en-US" i="1">
                <a:solidFill>
                  <a:schemeClr val="hlink"/>
                </a:solidFill>
              </a:rPr>
              <a:t>n</a:t>
            </a:r>
            <a:r>
              <a:rPr lang="en-US">
                <a:solidFill>
                  <a:schemeClr val="hlink"/>
                </a:solidFill>
              </a:rPr>
              <a:t>)</a:t>
            </a:r>
            <a:r>
              <a:rPr lang="en-US" i="1">
                <a:solidFill>
                  <a:schemeClr val="hlink"/>
                </a:solidFill>
              </a:rPr>
              <a:t> = </a:t>
            </a:r>
            <a:r>
              <a:rPr lang="en-US">
                <a:solidFill>
                  <a:schemeClr val="hlink"/>
                </a:solidFill>
              </a:rPr>
              <a:t>Θ(</a:t>
            </a:r>
            <a:r>
              <a:rPr lang="en-US" i="1">
                <a:solidFill>
                  <a:schemeClr val="hlink"/>
                </a:solidFill>
              </a:rPr>
              <a:t>n </a:t>
            </a:r>
            <a:r>
              <a:rPr lang="en-US">
                <a:solidFill>
                  <a:schemeClr val="hlink"/>
                </a:solidFill>
              </a:rPr>
              <a:t>lg</a:t>
            </a:r>
            <a:r>
              <a:rPr lang="en-US" i="1">
                <a:solidFill>
                  <a:schemeClr val="hlink"/>
                </a:solidFill>
              </a:rPr>
              <a:t> n</a:t>
            </a:r>
            <a:r>
              <a:rPr lang="en-US">
                <a:solidFill>
                  <a:schemeClr val="hlink"/>
                </a:solidFill>
              </a:rPr>
              <a:t>) </a:t>
            </a:r>
            <a:endParaRPr>
              <a:solidFill>
                <a:schemeClr val="hlink"/>
              </a:solidFill>
            </a:endParaRPr>
          </a:p>
          <a:p>
            <a:pPr marL="384048" lvl="1" indent="-182879" algn="l" rtl="0">
              <a:lnSpc>
                <a:spcPct val="90000"/>
              </a:lnSpc>
              <a:spcBef>
                <a:spcPts val="600"/>
              </a:spcBef>
              <a:spcAft>
                <a:spcPts val="0"/>
              </a:spcAft>
              <a:buSzPct val="100000"/>
              <a:buFont typeface="Noto Sans Symbols"/>
              <a:buChar char="⇒"/>
            </a:pPr>
            <a:r>
              <a:rPr lang="en-US"/>
              <a:t>Space requirement: </a:t>
            </a:r>
            <a:r>
              <a:rPr lang="en-US">
                <a:latin typeface="Merriweather Sans"/>
                <a:ea typeface="Merriweather Sans"/>
                <a:cs typeface="Merriweather Sans"/>
                <a:sym typeface="Merriweather Sans"/>
              </a:rPr>
              <a:t>Θ</a:t>
            </a:r>
            <a:r>
              <a:rPr lang="en-US"/>
              <a:t>(</a:t>
            </a:r>
            <a:r>
              <a:rPr lang="en-US" i="1"/>
              <a:t>n</a:t>
            </a:r>
            <a:r>
              <a:rPr lang="en-US"/>
              <a:t>) (</a:t>
            </a:r>
            <a:r>
              <a:rPr lang="en-US" u="sng"/>
              <a:t>not</a:t>
            </a:r>
            <a:r>
              <a:rPr lang="en-US"/>
              <a:t> in-place)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5"/>
        <p:cNvGrpSpPr/>
        <p:nvPr/>
      </p:nvGrpSpPr>
      <p:grpSpPr>
        <a:xfrm>
          <a:off x="0" y="0"/>
          <a:ext cx="0" cy="0"/>
          <a:chOff x="0" y="0"/>
          <a:chExt cx="0" cy="0"/>
        </a:xfrm>
      </p:grpSpPr>
      <p:sp>
        <p:nvSpPr>
          <p:cNvPr id="706" name="Google Shape;706;p39"/>
          <p:cNvSpPr txBox="1">
            <a:spLocks noGrp="1"/>
          </p:cNvSpPr>
          <p:nvPr>
            <p:ph type="title"/>
          </p:nvPr>
        </p:nvSpPr>
        <p:spPr>
          <a:xfrm>
            <a:off x="2133600" y="228600"/>
            <a:ext cx="7848600" cy="838200"/>
          </a:xfrm>
          <a:prstGeom prst="rect">
            <a:avLst/>
          </a:prstGeom>
          <a:noFill/>
          <a:ln>
            <a:noFill/>
          </a:ln>
        </p:spPr>
        <p:txBody>
          <a:bodyPr spcFirstLastPara="1" wrap="square" lIns="92075" tIns="46025" rIns="92075" bIns="46025" anchor="ctr" anchorCtr="0">
            <a:noAutofit/>
          </a:bodyPr>
          <a:lstStyle/>
          <a:p>
            <a:pPr marL="0" lvl="0" indent="0" algn="ctr" rtl="0">
              <a:lnSpc>
                <a:spcPct val="100000"/>
              </a:lnSpc>
              <a:spcBef>
                <a:spcPts val="0"/>
              </a:spcBef>
              <a:spcAft>
                <a:spcPts val="0"/>
              </a:spcAft>
              <a:buSzPts val="1400"/>
              <a:buNone/>
            </a:pPr>
            <a:r>
              <a:rPr lang="en-US">
                <a:solidFill>
                  <a:schemeClr val="dk1"/>
                </a:solidFill>
              </a:rPr>
              <a:t>Quicksort</a:t>
            </a:r>
            <a:endParaRPr/>
          </a:p>
        </p:txBody>
      </p:sp>
      <p:sp>
        <p:nvSpPr>
          <p:cNvPr id="707" name="Google Shape;707;p39"/>
          <p:cNvSpPr txBox="1">
            <a:spLocks noGrp="1"/>
          </p:cNvSpPr>
          <p:nvPr>
            <p:ph type="body" idx="1"/>
          </p:nvPr>
        </p:nvSpPr>
        <p:spPr>
          <a:xfrm>
            <a:off x="1524000" y="1905000"/>
            <a:ext cx="5486400" cy="3962400"/>
          </a:xfrm>
          <a:prstGeom prst="rect">
            <a:avLst/>
          </a:prstGeom>
          <a:noFill/>
          <a:ln>
            <a:noFill/>
          </a:ln>
        </p:spPr>
        <p:txBody>
          <a:bodyPr spcFirstLastPara="1" wrap="square" lIns="92075" tIns="46025" rIns="92075" bIns="46025" anchor="t" anchorCtr="0">
            <a:noAutofit/>
          </a:bodyPr>
          <a:lstStyle/>
          <a:p>
            <a:pPr marL="342900" lvl="0" indent="-342900" algn="l" rtl="0">
              <a:lnSpc>
                <a:spcPct val="90000"/>
              </a:lnSpc>
              <a:spcBef>
                <a:spcPts val="0"/>
              </a:spcBef>
              <a:spcAft>
                <a:spcPts val="0"/>
              </a:spcAft>
              <a:buClr>
                <a:srgbClr val="010000"/>
              </a:buClr>
              <a:buSzPts val="2000"/>
              <a:buChar char="⬥"/>
            </a:pPr>
            <a:r>
              <a:rPr lang="en-US" sz="2000"/>
              <a:t>Divide : </a:t>
            </a:r>
            <a:endParaRPr sz="2000"/>
          </a:p>
          <a:p>
            <a:pPr marL="742950" lvl="1" indent="-285750" algn="l" rtl="0">
              <a:lnSpc>
                <a:spcPct val="90000"/>
              </a:lnSpc>
              <a:spcBef>
                <a:spcPts val="360"/>
              </a:spcBef>
              <a:spcAft>
                <a:spcPts val="0"/>
              </a:spcAft>
              <a:buClr>
                <a:schemeClr val="dk1"/>
              </a:buClr>
              <a:buSzPts val="1800"/>
              <a:buChar char="⬧"/>
            </a:pPr>
            <a:r>
              <a:rPr lang="en-US" sz="1800"/>
              <a:t>Pick any element (</a:t>
            </a:r>
            <a:r>
              <a:rPr lang="en-US" sz="1800" b="1" i="1">
                <a:solidFill>
                  <a:schemeClr val="hlink"/>
                </a:solidFill>
              </a:rPr>
              <a:t>pivot</a:t>
            </a:r>
            <a:r>
              <a:rPr lang="en-US" sz="1800"/>
              <a:t>) v in array A[p…r] </a:t>
            </a:r>
            <a:endParaRPr sz="1800"/>
          </a:p>
          <a:p>
            <a:pPr marL="742950" lvl="1" indent="-285750" algn="l" rtl="0">
              <a:lnSpc>
                <a:spcPct val="90000"/>
              </a:lnSpc>
              <a:spcBef>
                <a:spcPts val="360"/>
              </a:spcBef>
              <a:spcAft>
                <a:spcPts val="0"/>
              </a:spcAft>
              <a:buClr>
                <a:schemeClr val="dk1"/>
              </a:buClr>
              <a:buSzPts val="1800"/>
              <a:buChar char="⬧"/>
            </a:pPr>
            <a:r>
              <a:rPr lang="en-US" sz="1800"/>
              <a:t>Partition array A into two groups</a:t>
            </a:r>
            <a:endParaRPr sz="1800"/>
          </a:p>
          <a:p>
            <a:pPr marL="742950" lvl="1" indent="-285750" algn="l" rtl="0">
              <a:lnSpc>
                <a:spcPct val="90000"/>
              </a:lnSpc>
              <a:spcBef>
                <a:spcPts val="360"/>
              </a:spcBef>
              <a:spcAft>
                <a:spcPts val="0"/>
              </a:spcAft>
              <a:buClr>
                <a:schemeClr val="dk1"/>
              </a:buClr>
              <a:buSzPts val="1800"/>
              <a:buFont typeface="Arial"/>
              <a:buNone/>
            </a:pPr>
            <a:r>
              <a:rPr lang="en-US" sz="1800"/>
              <a:t>    A1[p - - -q-1] , A2 [q+1----r] Compute the index q</a:t>
            </a:r>
            <a:endParaRPr sz="1800"/>
          </a:p>
          <a:p>
            <a:pPr marL="742950" lvl="1" indent="-285750" algn="l" rtl="0">
              <a:lnSpc>
                <a:spcPct val="90000"/>
              </a:lnSpc>
              <a:spcBef>
                <a:spcPts val="360"/>
              </a:spcBef>
              <a:spcAft>
                <a:spcPts val="0"/>
              </a:spcAft>
              <a:buClr>
                <a:schemeClr val="dk1"/>
              </a:buClr>
              <a:buSzPts val="1800"/>
              <a:buFont typeface="Arial"/>
              <a:buNone/>
            </a:pPr>
            <a:r>
              <a:rPr lang="en-US" sz="1800"/>
              <a:t>A1 element &lt; A[q] &lt; A2 element</a:t>
            </a:r>
            <a:endParaRPr sz="1800"/>
          </a:p>
          <a:p>
            <a:pPr marL="342900" lvl="0" indent="-342900" algn="l" rtl="0">
              <a:lnSpc>
                <a:spcPct val="90000"/>
              </a:lnSpc>
              <a:spcBef>
                <a:spcPts val="400"/>
              </a:spcBef>
              <a:spcAft>
                <a:spcPts val="0"/>
              </a:spcAft>
              <a:buClr>
                <a:srgbClr val="010000"/>
              </a:buClr>
              <a:buSzPts val="2000"/>
              <a:buChar char="⬥"/>
            </a:pPr>
            <a:r>
              <a:rPr lang="en-US" sz="2000"/>
              <a:t>Conquer step: recursively sort  A1 and A2</a:t>
            </a:r>
            <a:endParaRPr sz="2000"/>
          </a:p>
          <a:p>
            <a:pPr marL="342900" lvl="0" indent="-215900" algn="l" rtl="0">
              <a:lnSpc>
                <a:spcPct val="90000"/>
              </a:lnSpc>
              <a:spcBef>
                <a:spcPts val="400"/>
              </a:spcBef>
              <a:spcAft>
                <a:spcPts val="0"/>
              </a:spcAft>
              <a:buClr>
                <a:srgbClr val="010000"/>
              </a:buClr>
              <a:buSzPts val="2000"/>
              <a:buNone/>
            </a:pPr>
            <a:endParaRPr sz="2000"/>
          </a:p>
          <a:p>
            <a:pPr marL="342900" lvl="0" indent="-342900" algn="l" rtl="0">
              <a:lnSpc>
                <a:spcPct val="90000"/>
              </a:lnSpc>
              <a:spcBef>
                <a:spcPts val="400"/>
              </a:spcBef>
              <a:spcAft>
                <a:spcPts val="0"/>
              </a:spcAft>
              <a:buClr>
                <a:srgbClr val="010000"/>
              </a:buClr>
              <a:buSzPts val="2000"/>
              <a:buChar char="⬥"/>
            </a:pPr>
            <a:r>
              <a:rPr lang="en-US" sz="2000"/>
              <a:t>Combine step: the sorted A1 </a:t>
            </a:r>
            <a:r>
              <a:rPr lang="en-US" sz="2000">
                <a:solidFill>
                  <a:schemeClr val="accent2"/>
                </a:solidFill>
              </a:rPr>
              <a:t>(by the time returned from recursion)</a:t>
            </a:r>
            <a:r>
              <a:rPr lang="en-US" sz="2000"/>
              <a:t>, followed by A[q], followed by the sorted A2 </a:t>
            </a:r>
            <a:r>
              <a:rPr lang="en-US" sz="2000">
                <a:solidFill>
                  <a:schemeClr val="accent2"/>
                </a:solidFill>
              </a:rPr>
              <a:t>(i.e., nothing extra needs to be done)</a:t>
            </a:r>
            <a:endParaRPr/>
          </a:p>
          <a:p>
            <a:pPr marL="342900" lvl="0" indent="-215900" algn="l" rtl="0">
              <a:lnSpc>
                <a:spcPct val="90000"/>
              </a:lnSpc>
              <a:spcBef>
                <a:spcPts val="400"/>
              </a:spcBef>
              <a:spcAft>
                <a:spcPts val="0"/>
              </a:spcAft>
              <a:buClr>
                <a:srgbClr val="010000"/>
              </a:buClr>
              <a:buSzPts val="2000"/>
              <a:buNone/>
            </a:pPr>
            <a:endParaRPr sz="2000"/>
          </a:p>
          <a:p>
            <a:pPr marL="342900" lvl="0" indent="-342900" algn="l" rtl="0">
              <a:lnSpc>
                <a:spcPct val="90000"/>
              </a:lnSpc>
              <a:spcBef>
                <a:spcPts val="360"/>
              </a:spcBef>
              <a:spcAft>
                <a:spcPts val="0"/>
              </a:spcAft>
              <a:buClr>
                <a:srgbClr val="010000"/>
              </a:buClr>
              <a:buSzPts val="1800"/>
              <a:buFont typeface="Arial"/>
              <a:buNone/>
            </a:pPr>
            <a:endParaRPr sz="1800"/>
          </a:p>
        </p:txBody>
      </p:sp>
      <p:sp>
        <p:nvSpPr>
          <p:cNvPr id="708" name="Google Shape;708;p39"/>
          <p:cNvSpPr/>
          <p:nvPr/>
        </p:nvSpPr>
        <p:spPr>
          <a:xfrm>
            <a:off x="7696200" y="1606550"/>
            <a:ext cx="228600" cy="106045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709" name="Google Shape;709;p39"/>
          <p:cNvSpPr/>
          <p:nvPr/>
        </p:nvSpPr>
        <p:spPr>
          <a:xfrm>
            <a:off x="8102600" y="2209800"/>
            <a:ext cx="228600" cy="45720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710" name="Google Shape;710;p39"/>
          <p:cNvSpPr/>
          <p:nvPr/>
        </p:nvSpPr>
        <p:spPr>
          <a:xfrm>
            <a:off x="8915400" y="2381250"/>
            <a:ext cx="228600" cy="28575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711" name="Google Shape;711;p39"/>
          <p:cNvSpPr/>
          <p:nvPr/>
        </p:nvSpPr>
        <p:spPr>
          <a:xfrm>
            <a:off x="9321800" y="2038350"/>
            <a:ext cx="228600" cy="628650"/>
          </a:xfrm>
          <a:prstGeom prst="rect">
            <a:avLst/>
          </a:prstGeom>
          <a:solidFill>
            <a:schemeClr val="accen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2"/>
              </a:buClr>
              <a:buSzPts val="1800"/>
              <a:buFont typeface="Times New Roman"/>
              <a:buNone/>
            </a:pPr>
            <a:r>
              <a:rPr lang="en-US" sz="1800" b="0" i="0" u="none" strike="noStrike" cap="none">
                <a:solidFill>
                  <a:schemeClr val="lt2"/>
                </a:solidFill>
                <a:latin typeface="Times New Roman"/>
                <a:ea typeface="Times New Roman"/>
                <a:cs typeface="Times New Roman"/>
                <a:sym typeface="Times New Roman"/>
              </a:rPr>
              <a:t>v</a:t>
            </a:r>
            <a:endParaRPr sz="1400" b="0" i="0" u="none" strike="noStrike" cap="none">
              <a:solidFill>
                <a:srgbClr val="000000"/>
              </a:solidFill>
              <a:latin typeface="Arial"/>
              <a:ea typeface="Arial"/>
              <a:cs typeface="Arial"/>
              <a:sym typeface="Arial"/>
            </a:endParaRPr>
          </a:p>
        </p:txBody>
      </p:sp>
      <p:sp>
        <p:nvSpPr>
          <p:cNvPr id="712" name="Google Shape;712;p39"/>
          <p:cNvSpPr/>
          <p:nvPr/>
        </p:nvSpPr>
        <p:spPr>
          <a:xfrm>
            <a:off x="9728200" y="1695450"/>
            <a:ext cx="228600" cy="97155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713" name="Google Shape;713;p39"/>
          <p:cNvSpPr/>
          <p:nvPr/>
        </p:nvSpPr>
        <p:spPr>
          <a:xfrm>
            <a:off x="10134600" y="2324100"/>
            <a:ext cx="228600" cy="34290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714" name="Google Shape;714;p39"/>
          <p:cNvSpPr/>
          <p:nvPr/>
        </p:nvSpPr>
        <p:spPr>
          <a:xfrm>
            <a:off x="8509000" y="1866900"/>
            <a:ext cx="228600" cy="80010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715" name="Google Shape;715;p39"/>
          <p:cNvSpPr/>
          <p:nvPr/>
        </p:nvSpPr>
        <p:spPr>
          <a:xfrm>
            <a:off x="9448800" y="3505200"/>
            <a:ext cx="228600" cy="106045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716" name="Google Shape;716;p39"/>
          <p:cNvSpPr/>
          <p:nvPr/>
        </p:nvSpPr>
        <p:spPr>
          <a:xfrm>
            <a:off x="10287000" y="3594100"/>
            <a:ext cx="228600" cy="97155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717" name="Google Shape;717;p39"/>
          <p:cNvSpPr/>
          <p:nvPr/>
        </p:nvSpPr>
        <p:spPr>
          <a:xfrm>
            <a:off x="9867900" y="3765550"/>
            <a:ext cx="228600" cy="80010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grpSp>
        <p:nvGrpSpPr>
          <p:cNvPr id="718" name="Google Shape;718;p39"/>
          <p:cNvGrpSpPr/>
          <p:nvPr/>
        </p:nvGrpSpPr>
        <p:grpSpPr>
          <a:xfrm>
            <a:off x="7016750" y="4114800"/>
            <a:ext cx="1054100" cy="457200"/>
            <a:chOff x="3320" y="2304"/>
            <a:chExt cx="664" cy="384"/>
          </a:xfrm>
        </p:grpSpPr>
        <p:sp>
          <p:nvSpPr>
            <p:cNvPr id="719" name="Google Shape;719;p39"/>
            <p:cNvSpPr/>
            <p:nvPr/>
          </p:nvSpPr>
          <p:spPr>
            <a:xfrm>
              <a:off x="3320" y="2304"/>
              <a:ext cx="144" cy="384"/>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720" name="Google Shape;720;p39"/>
            <p:cNvSpPr/>
            <p:nvPr/>
          </p:nvSpPr>
          <p:spPr>
            <a:xfrm>
              <a:off x="3580" y="2448"/>
              <a:ext cx="144" cy="24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721" name="Google Shape;721;p39"/>
            <p:cNvSpPr/>
            <p:nvPr/>
          </p:nvSpPr>
          <p:spPr>
            <a:xfrm>
              <a:off x="3840" y="2400"/>
              <a:ext cx="144" cy="288"/>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grpSp>
      <p:sp>
        <p:nvSpPr>
          <p:cNvPr id="722" name="Google Shape;722;p39"/>
          <p:cNvSpPr/>
          <p:nvPr/>
        </p:nvSpPr>
        <p:spPr>
          <a:xfrm>
            <a:off x="8648700" y="3943350"/>
            <a:ext cx="228600" cy="628650"/>
          </a:xfrm>
          <a:prstGeom prst="rect">
            <a:avLst/>
          </a:prstGeom>
          <a:solidFill>
            <a:schemeClr val="accen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2"/>
              </a:buClr>
              <a:buSzPts val="1800"/>
              <a:buFont typeface="Times New Roman"/>
              <a:buNone/>
            </a:pPr>
            <a:r>
              <a:rPr lang="en-US" sz="1800" b="0" i="0" u="none" strike="noStrike" cap="none">
                <a:solidFill>
                  <a:schemeClr val="lt2"/>
                </a:solidFill>
                <a:latin typeface="Times New Roman"/>
                <a:ea typeface="Times New Roman"/>
                <a:cs typeface="Times New Roman"/>
                <a:sym typeface="Times New Roman"/>
              </a:rPr>
              <a:t>v</a:t>
            </a:r>
            <a:endParaRPr sz="1400" b="0" i="0" u="none" strike="noStrike" cap="none">
              <a:solidFill>
                <a:srgbClr val="000000"/>
              </a:solidFill>
              <a:latin typeface="Arial"/>
              <a:ea typeface="Arial"/>
              <a:cs typeface="Arial"/>
              <a:sym typeface="Arial"/>
            </a:endParaRPr>
          </a:p>
        </p:txBody>
      </p:sp>
      <p:sp>
        <p:nvSpPr>
          <p:cNvPr id="723" name="Google Shape;723;p39"/>
          <p:cNvSpPr/>
          <p:nvPr/>
        </p:nvSpPr>
        <p:spPr>
          <a:xfrm rot="-5400000">
            <a:off x="7391400" y="4095750"/>
            <a:ext cx="304800" cy="1219200"/>
          </a:xfrm>
          <a:prstGeom prst="leftBrace">
            <a:avLst>
              <a:gd name="adj1" fmla="val 33333"/>
              <a:gd name="adj2"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 name="Google Shape;724;p39"/>
          <p:cNvSpPr txBox="1"/>
          <p:nvPr/>
        </p:nvSpPr>
        <p:spPr>
          <a:xfrm>
            <a:off x="7155324" y="4899306"/>
            <a:ext cx="1159685" cy="107763"/>
          </a:xfrm>
          <a:prstGeom prst="rect">
            <a:avLst/>
          </a:prstGeom>
          <a:noFill/>
          <a:ln>
            <a:noFill/>
          </a:ln>
        </p:spPr>
        <p:txBody>
          <a:bodyPr spcFirstLastPara="1" wrap="square" lIns="91425" tIns="0" rIns="548625" bIns="0" anchor="t"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A1</a:t>
            </a:r>
            <a:endParaRPr sz="1800" b="0" i="0" u="none" strike="noStrike" cap="none">
              <a:solidFill>
                <a:schemeClr val="dk1"/>
              </a:solidFill>
              <a:latin typeface="Times New Roman"/>
              <a:ea typeface="Times New Roman"/>
              <a:cs typeface="Times New Roman"/>
              <a:sym typeface="Times New Roman"/>
            </a:endParaRPr>
          </a:p>
        </p:txBody>
      </p:sp>
      <p:sp>
        <p:nvSpPr>
          <p:cNvPr id="725" name="Google Shape;725;p39"/>
          <p:cNvSpPr/>
          <p:nvPr/>
        </p:nvSpPr>
        <p:spPr>
          <a:xfrm rot="-5400000">
            <a:off x="9829800" y="4095750"/>
            <a:ext cx="304800" cy="1219200"/>
          </a:xfrm>
          <a:prstGeom prst="leftBrace">
            <a:avLst>
              <a:gd name="adj1" fmla="val 33333"/>
              <a:gd name="adj2"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p39"/>
          <p:cNvSpPr txBox="1"/>
          <p:nvPr/>
        </p:nvSpPr>
        <p:spPr>
          <a:xfrm>
            <a:off x="9638775" y="4871403"/>
            <a:ext cx="1159685" cy="107763"/>
          </a:xfrm>
          <a:prstGeom prst="rect">
            <a:avLst/>
          </a:prstGeom>
          <a:noFill/>
          <a:ln>
            <a:noFill/>
          </a:ln>
        </p:spPr>
        <p:txBody>
          <a:bodyPr spcFirstLastPara="1" wrap="square" lIns="91425" tIns="0" rIns="548625" bIns="0" anchor="t"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A2</a:t>
            </a:r>
            <a:endParaRPr sz="1800" b="0" i="0" u="none" strike="noStrike" cap="none">
              <a:solidFill>
                <a:schemeClr val="dk1"/>
              </a:solidFill>
              <a:latin typeface="Times New Roman"/>
              <a:ea typeface="Times New Roman"/>
              <a:cs typeface="Times New Roman"/>
              <a:sym typeface="Times New Roman"/>
            </a:endParaRPr>
          </a:p>
        </p:txBody>
      </p:sp>
      <p:sp>
        <p:nvSpPr>
          <p:cNvPr id="727" name="Google Shape;727;p39"/>
          <p:cNvSpPr/>
          <p:nvPr/>
        </p:nvSpPr>
        <p:spPr>
          <a:xfrm rot="-5400000">
            <a:off x="8877300" y="1714500"/>
            <a:ext cx="304800" cy="2514600"/>
          </a:xfrm>
          <a:prstGeom prst="leftBrace">
            <a:avLst>
              <a:gd name="adj1" fmla="val 68750"/>
              <a:gd name="adj2"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39"/>
          <p:cNvSpPr txBox="1"/>
          <p:nvPr/>
        </p:nvSpPr>
        <p:spPr>
          <a:xfrm>
            <a:off x="7895152" y="3083595"/>
            <a:ext cx="2391848" cy="107763"/>
          </a:xfrm>
          <a:prstGeom prst="rect">
            <a:avLst/>
          </a:prstGeom>
          <a:noFill/>
          <a:ln>
            <a:noFill/>
          </a:ln>
        </p:spPr>
        <p:txBody>
          <a:bodyPr spcFirstLastPara="1" wrap="square" lIns="91425" tIns="0" rIns="548625" bIns="0" anchor="t" anchorCtr="0">
            <a:no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A</a:t>
            </a:r>
            <a:endParaRPr sz="1800" b="0" i="0" u="none" strike="noStrike" cap="none">
              <a:solidFill>
                <a:schemeClr val="dk1"/>
              </a:solidFill>
              <a:latin typeface="Times New Roman"/>
              <a:ea typeface="Times New Roman"/>
              <a:cs typeface="Times New Roman"/>
              <a:sym typeface="Times New Roman"/>
            </a:endParaRPr>
          </a:p>
        </p:txBody>
      </p:sp>
      <p:sp>
        <p:nvSpPr>
          <p:cNvPr id="729" name="Google Shape;729;p39"/>
          <p:cNvSpPr txBox="1"/>
          <p:nvPr/>
        </p:nvSpPr>
        <p:spPr>
          <a:xfrm>
            <a:off x="9683647" y="303383"/>
            <a:ext cx="2225008" cy="495651"/>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US" sz="1400" b="0" i="0" u="none" strike="noStrike" cap="none">
                <a:solidFill>
                  <a:srgbClr val="C00000"/>
                </a:solidFill>
                <a:latin typeface="Times New Roman"/>
                <a:ea typeface="Times New Roman"/>
                <a:cs typeface="Times New Roman"/>
                <a:sym typeface="Times New Roman"/>
              </a:rPr>
              <a:t>Ref Book: Thomas Cormen</a:t>
            </a:r>
            <a:endParaRPr sz="1400" b="0" i="0" u="none" strike="noStrike" cap="none">
              <a:solidFill>
                <a:srgbClr val="C00000"/>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733"/>
        <p:cNvGrpSpPr/>
        <p:nvPr/>
      </p:nvGrpSpPr>
      <p:grpSpPr>
        <a:xfrm>
          <a:off x="0" y="0"/>
          <a:ext cx="0" cy="0"/>
          <a:chOff x="0" y="0"/>
          <a:chExt cx="0" cy="0"/>
        </a:xfrm>
      </p:grpSpPr>
      <p:sp>
        <p:nvSpPr>
          <p:cNvPr id="734" name="Google Shape;734;p41"/>
          <p:cNvSpPr txBox="1">
            <a:spLocks noGrp="1"/>
          </p:cNvSpPr>
          <p:nvPr>
            <p:ph type="title"/>
          </p:nvPr>
        </p:nvSpPr>
        <p:spPr>
          <a:xfrm>
            <a:off x="1097280" y="286604"/>
            <a:ext cx="10058400" cy="89291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solidFill>
                  <a:schemeClr val="dk1"/>
                </a:solidFill>
              </a:rPr>
              <a:t>Quicksort Pseudo-code </a:t>
            </a:r>
            <a:endParaRPr>
              <a:solidFill>
                <a:schemeClr val="dk1"/>
              </a:solidFill>
              <a:latin typeface="Times New Roman"/>
              <a:ea typeface="Times New Roman"/>
              <a:cs typeface="Times New Roman"/>
              <a:sym typeface="Times New Roman"/>
            </a:endParaRPr>
          </a:p>
        </p:txBody>
      </p:sp>
      <p:sp>
        <p:nvSpPr>
          <p:cNvPr id="735" name="Google Shape;735;p41"/>
          <p:cNvSpPr txBox="1">
            <a:spLocks noGrp="1"/>
          </p:cNvSpPr>
          <p:nvPr>
            <p:ph type="body" idx="1"/>
          </p:nvPr>
        </p:nvSpPr>
        <p:spPr>
          <a:xfrm>
            <a:off x="1831976" y="1364179"/>
            <a:ext cx="8343900" cy="1038225"/>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lnSpc>
                <a:spcPct val="100000"/>
              </a:lnSpc>
              <a:spcBef>
                <a:spcPts val="0"/>
              </a:spcBef>
              <a:spcAft>
                <a:spcPts val="0"/>
              </a:spcAft>
              <a:buClr>
                <a:srgbClr val="CC3300"/>
              </a:buClr>
              <a:buSzPct val="100000"/>
              <a:buFont typeface="Noto Sans Symbols"/>
              <a:buNone/>
            </a:pPr>
            <a:r>
              <a:rPr lang="en-US" sz="2800" b="1">
                <a:solidFill>
                  <a:srgbClr val="CC3300"/>
                </a:solidFill>
              </a:rPr>
              <a:t>INPUT: </a:t>
            </a:r>
            <a:r>
              <a:rPr lang="en-US" sz="2800" b="1">
                <a:solidFill>
                  <a:schemeClr val="hlink"/>
                </a:solidFill>
              </a:rPr>
              <a:t>a sequence of </a:t>
            </a:r>
            <a:r>
              <a:rPr lang="en-US" sz="2800" i="1">
                <a:solidFill>
                  <a:schemeClr val="hlink"/>
                </a:solidFill>
              </a:rPr>
              <a:t>n</a:t>
            </a:r>
            <a:r>
              <a:rPr lang="en-US" sz="2800" b="1">
                <a:solidFill>
                  <a:schemeClr val="hlink"/>
                </a:solidFill>
              </a:rPr>
              <a:t> numbers stored in array A</a:t>
            </a:r>
            <a:endParaRPr/>
          </a:p>
          <a:p>
            <a:pPr marL="342900" lvl="0" indent="-342900" algn="l" rtl="0">
              <a:lnSpc>
                <a:spcPct val="100000"/>
              </a:lnSpc>
              <a:spcBef>
                <a:spcPts val="476"/>
              </a:spcBef>
              <a:spcAft>
                <a:spcPts val="0"/>
              </a:spcAft>
              <a:buClr>
                <a:srgbClr val="CC3300"/>
              </a:buClr>
              <a:buSzPct val="100000"/>
              <a:buFont typeface="Noto Sans Symbols"/>
              <a:buNone/>
            </a:pPr>
            <a:r>
              <a:rPr lang="en-US" sz="2800" b="1">
                <a:solidFill>
                  <a:srgbClr val="CC3300"/>
                </a:solidFill>
              </a:rPr>
              <a:t>OUTPUT: </a:t>
            </a:r>
            <a:r>
              <a:rPr lang="en-US" sz="2800" b="1">
                <a:solidFill>
                  <a:schemeClr val="hlink"/>
                </a:solidFill>
              </a:rPr>
              <a:t>an ordered sequence of </a:t>
            </a:r>
            <a:r>
              <a:rPr lang="en-US" sz="2800" i="1">
                <a:solidFill>
                  <a:schemeClr val="hlink"/>
                </a:solidFill>
              </a:rPr>
              <a:t>n</a:t>
            </a:r>
            <a:r>
              <a:rPr lang="en-US" sz="2800" b="1">
                <a:solidFill>
                  <a:schemeClr val="hlink"/>
                </a:solidFill>
              </a:rPr>
              <a:t> numbers</a:t>
            </a:r>
            <a:endParaRPr sz="2800">
              <a:solidFill>
                <a:schemeClr val="hlink"/>
              </a:solidFill>
            </a:endParaRPr>
          </a:p>
          <a:p>
            <a:pPr marL="342900" lvl="0" indent="-342900" algn="l" rtl="0">
              <a:lnSpc>
                <a:spcPct val="100000"/>
              </a:lnSpc>
              <a:spcBef>
                <a:spcPts val="476"/>
              </a:spcBef>
              <a:spcAft>
                <a:spcPts val="0"/>
              </a:spcAft>
              <a:buClr>
                <a:schemeClr val="dk1"/>
              </a:buClr>
              <a:buSzPct val="100000"/>
              <a:buFont typeface="Noto Sans Symbols"/>
              <a:buNone/>
            </a:pPr>
            <a:endParaRPr>
              <a:solidFill>
                <a:schemeClr val="hlink"/>
              </a:solidFill>
            </a:endParaRPr>
          </a:p>
        </p:txBody>
      </p:sp>
      <p:sp>
        <p:nvSpPr>
          <p:cNvPr id="736" name="Google Shape;736;p41"/>
          <p:cNvSpPr txBox="1"/>
          <p:nvPr/>
        </p:nvSpPr>
        <p:spPr>
          <a:xfrm>
            <a:off x="2074864" y="2217738"/>
            <a:ext cx="785812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eorgia"/>
              <a:ea typeface="Georgia"/>
              <a:cs typeface="Georgia"/>
              <a:sym typeface="Georgia"/>
            </a:endParaRPr>
          </a:p>
        </p:txBody>
      </p:sp>
      <p:sp>
        <p:nvSpPr>
          <p:cNvPr id="737" name="Google Shape;737;p41"/>
          <p:cNvSpPr txBox="1"/>
          <p:nvPr/>
        </p:nvSpPr>
        <p:spPr>
          <a:xfrm>
            <a:off x="2074864" y="2570123"/>
            <a:ext cx="7335837" cy="1938992"/>
          </a:xfrm>
          <a:prstGeom prst="rect">
            <a:avLst/>
          </a:prstGeom>
          <a:solidFill>
            <a:srgbClr val="CCECFF"/>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2400"/>
              <a:buFont typeface="Arial"/>
              <a:buNone/>
            </a:pPr>
            <a:r>
              <a:rPr lang="en-US" sz="2400" b="1" i="1" u="none" strike="noStrike" cap="none">
                <a:solidFill>
                  <a:schemeClr val="dk1"/>
                </a:solidFill>
                <a:latin typeface="Times New Roman"/>
                <a:ea typeface="Times New Roman"/>
                <a:cs typeface="Times New Roman"/>
                <a:sym typeface="Times New Roman"/>
              </a:rPr>
              <a:t>QuickSort </a:t>
            </a:r>
            <a:r>
              <a:rPr lang="en-US" sz="2400" b="1" i="0" u="none" strike="noStrike" cap="none">
                <a:solidFill>
                  <a:schemeClr val="dk1"/>
                </a:solidFill>
                <a:latin typeface="Times New Roman"/>
                <a:ea typeface="Times New Roman"/>
                <a:cs typeface="Times New Roman"/>
                <a:sym typeface="Times New Roman"/>
              </a:rPr>
              <a:t>(</a:t>
            </a:r>
            <a:r>
              <a:rPr lang="en-US" sz="2400" b="1" i="1" u="none" strike="noStrike" cap="none">
                <a:solidFill>
                  <a:schemeClr val="dk1"/>
                </a:solidFill>
                <a:latin typeface="Times New Roman"/>
                <a:ea typeface="Times New Roman"/>
                <a:cs typeface="Times New Roman"/>
                <a:sym typeface="Times New Roman"/>
              </a:rPr>
              <a:t>A</a:t>
            </a:r>
            <a:r>
              <a:rPr lang="en-US" sz="2400" b="1" i="0" u="none" strike="noStrike" cap="none">
                <a:solidFill>
                  <a:schemeClr val="dk1"/>
                </a:solidFill>
                <a:latin typeface="Times New Roman"/>
                <a:ea typeface="Times New Roman"/>
                <a:cs typeface="Times New Roman"/>
                <a:sym typeface="Times New Roman"/>
              </a:rPr>
              <a:t>, </a:t>
            </a:r>
            <a:r>
              <a:rPr lang="en-US" sz="2400" b="1" i="1" u="none" strike="noStrike" cap="none">
                <a:solidFill>
                  <a:schemeClr val="dk1"/>
                </a:solidFill>
                <a:latin typeface="Times New Roman"/>
                <a:ea typeface="Times New Roman"/>
                <a:cs typeface="Times New Roman"/>
                <a:sym typeface="Times New Roman"/>
              </a:rPr>
              <a:t>p</a:t>
            </a:r>
            <a:r>
              <a:rPr lang="en-US" sz="2400" b="1" i="0" u="none" strike="noStrike" cap="none">
                <a:solidFill>
                  <a:schemeClr val="dk1"/>
                </a:solidFill>
                <a:latin typeface="Times New Roman"/>
                <a:ea typeface="Times New Roman"/>
                <a:cs typeface="Times New Roman"/>
                <a:sym typeface="Times New Roman"/>
              </a:rPr>
              <a:t>, </a:t>
            </a:r>
            <a:r>
              <a:rPr lang="en-US" sz="2400" b="1" i="1" u="none" strike="noStrike" cap="none">
                <a:solidFill>
                  <a:schemeClr val="dk1"/>
                </a:solidFill>
                <a:latin typeface="Times New Roman"/>
                <a:ea typeface="Times New Roman"/>
                <a:cs typeface="Times New Roman"/>
                <a:sym typeface="Times New Roman"/>
              </a:rPr>
              <a:t>r</a:t>
            </a:r>
            <a:r>
              <a:rPr lang="en-US" sz="2400" b="1" i="0" u="none" strike="noStrike" cap="none">
                <a:solidFill>
                  <a:schemeClr val="dk1"/>
                </a:solidFill>
                <a:latin typeface="Times New Roman"/>
                <a:ea typeface="Times New Roman"/>
                <a:cs typeface="Times New Roman"/>
                <a:sym typeface="Times New Roman"/>
              </a:rPr>
              <a:t>)   // </a:t>
            </a:r>
            <a:r>
              <a:rPr lang="en-US" sz="2000" b="0" i="0" u="none" strike="noStrike" cap="none">
                <a:solidFill>
                  <a:schemeClr val="dk1"/>
                </a:solidFill>
                <a:latin typeface="Times New Roman"/>
                <a:ea typeface="Times New Roman"/>
                <a:cs typeface="Times New Roman"/>
                <a:sym typeface="Times New Roman"/>
              </a:rPr>
              <a:t>sort </a:t>
            </a:r>
            <a:r>
              <a:rPr lang="en-US" sz="2000" b="0" i="1" u="none" strike="noStrike" cap="none">
                <a:solidFill>
                  <a:schemeClr val="dk1"/>
                </a:solidFill>
                <a:latin typeface="Times New Roman"/>
                <a:ea typeface="Times New Roman"/>
                <a:cs typeface="Times New Roman"/>
                <a:sym typeface="Times New Roman"/>
              </a:rPr>
              <a:t>A</a:t>
            </a:r>
            <a:r>
              <a:rPr lang="en-US" sz="2000" b="0" i="0" u="none" strike="noStrike" cap="none">
                <a:solidFill>
                  <a:schemeClr val="dk1"/>
                </a:solidFill>
                <a:latin typeface="Times New Roman"/>
                <a:ea typeface="Times New Roman"/>
                <a:cs typeface="Times New Roman"/>
                <a:sym typeface="Times New Roman"/>
              </a:rPr>
              <a:t>[</a:t>
            </a:r>
            <a:r>
              <a:rPr lang="en-US" sz="2000" b="0" i="1" u="none" strike="noStrike" cap="none">
                <a:solidFill>
                  <a:schemeClr val="dk1"/>
                </a:solidFill>
                <a:latin typeface="Times New Roman"/>
                <a:ea typeface="Times New Roman"/>
                <a:cs typeface="Times New Roman"/>
                <a:sym typeface="Times New Roman"/>
              </a:rPr>
              <a:t>p..r</a:t>
            </a:r>
            <a:r>
              <a:rPr lang="en-US" sz="2000" b="0" i="0" u="none" strike="noStrike" cap="none">
                <a:solidFill>
                  <a:schemeClr val="dk1"/>
                </a:solidFill>
                <a:latin typeface="Times New Roman"/>
                <a:ea typeface="Times New Roman"/>
                <a:cs typeface="Times New Roman"/>
                <a:sym typeface="Times New Roman"/>
              </a:rPr>
              <a:t>] by divide &amp; conquer</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400"/>
              <a:buFont typeface="Times New Roman"/>
              <a:buAutoNum type="arabicPlain"/>
            </a:pPr>
            <a:r>
              <a:rPr lang="en-US" sz="2400" b="1" i="0" u="none" strike="noStrike" cap="none">
                <a:solidFill>
                  <a:schemeClr val="dk1"/>
                </a:solidFill>
                <a:latin typeface="Times New Roman"/>
                <a:ea typeface="Times New Roman"/>
                <a:cs typeface="Times New Roman"/>
                <a:sym typeface="Times New Roman"/>
              </a:rPr>
              <a:t>if</a:t>
            </a:r>
            <a:r>
              <a:rPr lang="en-US" sz="2400" b="1" i="1" u="none" strike="noStrike" cap="none">
                <a:solidFill>
                  <a:schemeClr val="dk1"/>
                </a:solidFill>
                <a:latin typeface="Times New Roman"/>
                <a:ea typeface="Times New Roman"/>
                <a:cs typeface="Times New Roman"/>
                <a:sym typeface="Times New Roman"/>
              </a:rPr>
              <a:t> </a:t>
            </a:r>
            <a:r>
              <a:rPr lang="en-US" sz="2400" b="0" i="1" u="none" strike="noStrike" cap="none">
                <a:solidFill>
                  <a:schemeClr val="dk1"/>
                </a:solidFill>
                <a:latin typeface="Times New Roman"/>
                <a:ea typeface="Times New Roman"/>
                <a:cs typeface="Times New Roman"/>
                <a:sym typeface="Times New Roman"/>
              </a:rPr>
              <a:t>p</a:t>
            </a:r>
            <a:r>
              <a:rPr lang="en-US" sz="2400" b="0" i="0" u="none" strike="noStrike" cap="none">
                <a:solidFill>
                  <a:schemeClr val="dk1"/>
                </a:solidFill>
                <a:latin typeface="Times New Roman"/>
                <a:ea typeface="Times New Roman"/>
                <a:cs typeface="Times New Roman"/>
                <a:sym typeface="Times New Roman"/>
              </a:rPr>
              <a:t> &lt; </a:t>
            </a:r>
            <a:r>
              <a:rPr lang="en-US" sz="2400" b="0" i="1" u="none" strike="noStrike" cap="none">
                <a:solidFill>
                  <a:schemeClr val="dk1"/>
                </a:solidFill>
                <a:latin typeface="Times New Roman"/>
                <a:ea typeface="Times New Roman"/>
                <a:cs typeface="Times New Roman"/>
                <a:sym typeface="Times New Roman"/>
              </a:rPr>
              <a:t>r</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400"/>
              <a:buFont typeface="Times New Roman"/>
              <a:buAutoNum type="arabicPlain"/>
            </a:pPr>
            <a:r>
              <a:rPr lang="en-US" sz="2400" b="1" i="0" u="none" strike="noStrike" cap="none">
                <a:solidFill>
                  <a:schemeClr val="dk1"/>
                </a:solidFill>
                <a:latin typeface="Times New Roman"/>
                <a:ea typeface="Times New Roman"/>
                <a:cs typeface="Times New Roman"/>
                <a:sym typeface="Times New Roman"/>
              </a:rPr>
              <a:t>    then</a:t>
            </a:r>
            <a:r>
              <a:rPr lang="en-US" sz="2400" b="0" i="0" u="none" strike="noStrike" cap="none">
                <a:solidFill>
                  <a:schemeClr val="dk1"/>
                </a:solidFill>
                <a:latin typeface="Times New Roman"/>
                <a:ea typeface="Times New Roman"/>
                <a:cs typeface="Times New Roman"/>
                <a:sym typeface="Times New Roman"/>
              </a:rPr>
              <a:t> </a:t>
            </a:r>
            <a:r>
              <a:rPr lang="en-US" sz="2400" b="0" i="1" u="none" strike="noStrike" cap="none">
                <a:solidFill>
                  <a:schemeClr val="dk1"/>
                </a:solidFill>
                <a:latin typeface="Times New Roman"/>
                <a:ea typeface="Times New Roman"/>
                <a:cs typeface="Times New Roman"/>
                <a:sym typeface="Times New Roman"/>
              </a:rPr>
              <a:t>q = Partition (A, p, r)</a:t>
            </a:r>
            <a:endParaRPr sz="2400" b="0" i="0" u="none" strike="noStrike" cap="none">
              <a:solidFill>
                <a:schemeClr val="dk1"/>
              </a:solidFill>
              <a:latin typeface="Times New Roman"/>
              <a:ea typeface="Times New Roman"/>
              <a:cs typeface="Times New Roman"/>
              <a:sym typeface="Times New Roman"/>
            </a:endParaRPr>
          </a:p>
          <a:p>
            <a:pPr marL="457200" marR="0" lvl="0" indent="-457200" algn="l" rtl="0">
              <a:lnSpc>
                <a:spcPct val="100000"/>
              </a:lnSpc>
              <a:spcBef>
                <a:spcPts val="0"/>
              </a:spcBef>
              <a:spcAft>
                <a:spcPts val="0"/>
              </a:spcAft>
              <a:buClr>
                <a:schemeClr val="dk1"/>
              </a:buClr>
              <a:buSzPts val="2400"/>
              <a:buFont typeface="Times New Roman"/>
              <a:buAutoNum type="arabicPlain"/>
            </a:pPr>
            <a:r>
              <a:rPr lang="en-US" sz="2400" b="0" i="0" u="none" strike="noStrike" cap="none">
                <a:solidFill>
                  <a:schemeClr val="dk1"/>
                </a:solidFill>
                <a:latin typeface="Times New Roman"/>
                <a:ea typeface="Times New Roman"/>
                <a:cs typeface="Times New Roman"/>
                <a:sym typeface="Times New Roman"/>
              </a:rPr>
              <a:t>         Quick</a:t>
            </a:r>
            <a:r>
              <a:rPr lang="en-US" sz="2400" b="0" i="1" u="none" strike="noStrike" cap="none">
                <a:solidFill>
                  <a:schemeClr val="dk1"/>
                </a:solidFill>
                <a:latin typeface="Times New Roman"/>
                <a:ea typeface="Times New Roman"/>
                <a:cs typeface="Times New Roman"/>
                <a:sym typeface="Times New Roman"/>
              </a:rPr>
              <a:t>Sort</a:t>
            </a:r>
            <a:r>
              <a:rPr lang="en-US" sz="2400" b="0" i="0" u="none" strike="noStrike" cap="none">
                <a:solidFill>
                  <a:schemeClr val="dk1"/>
                </a:solidFill>
                <a:latin typeface="Times New Roman"/>
                <a:ea typeface="Times New Roman"/>
                <a:cs typeface="Times New Roman"/>
                <a:sym typeface="Times New Roman"/>
              </a:rPr>
              <a:t> (</a:t>
            </a:r>
            <a:r>
              <a:rPr lang="en-US" sz="2400" b="0" i="1" u="none" strike="noStrike" cap="none">
                <a:solidFill>
                  <a:schemeClr val="dk1"/>
                </a:solidFill>
                <a:latin typeface="Times New Roman"/>
                <a:ea typeface="Times New Roman"/>
                <a:cs typeface="Times New Roman"/>
                <a:sym typeface="Times New Roman"/>
              </a:rPr>
              <a:t>A</a:t>
            </a:r>
            <a:r>
              <a:rPr lang="en-US" sz="2400" b="0" i="0" u="none" strike="noStrike" cap="none">
                <a:solidFill>
                  <a:schemeClr val="dk1"/>
                </a:solidFill>
                <a:latin typeface="Times New Roman"/>
                <a:ea typeface="Times New Roman"/>
                <a:cs typeface="Times New Roman"/>
                <a:sym typeface="Times New Roman"/>
              </a:rPr>
              <a:t>, </a:t>
            </a:r>
            <a:r>
              <a:rPr lang="en-US" sz="2400" b="0" i="1" u="none" strike="noStrike" cap="none">
                <a:solidFill>
                  <a:schemeClr val="dk1"/>
                </a:solidFill>
                <a:latin typeface="Times New Roman"/>
                <a:ea typeface="Times New Roman"/>
                <a:cs typeface="Times New Roman"/>
                <a:sym typeface="Times New Roman"/>
              </a:rPr>
              <a:t>p</a:t>
            </a:r>
            <a:r>
              <a:rPr lang="en-US" sz="2400" b="0" i="0" u="none" strike="noStrike" cap="none">
                <a:solidFill>
                  <a:schemeClr val="dk1"/>
                </a:solidFill>
                <a:latin typeface="Times New Roman"/>
                <a:ea typeface="Times New Roman"/>
                <a:cs typeface="Times New Roman"/>
                <a:sym typeface="Times New Roman"/>
              </a:rPr>
              <a:t>, </a:t>
            </a:r>
            <a:r>
              <a:rPr lang="en-US" sz="2400" b="0" i="1" u="none" strike="noStrike" cap="none">
                <a:solidFill>
                  <a:schemeClr val="dk1"/>
                </a:solidFill>
                <a:latin typeface="Times New Roman"/>
                <a:ea typeface="Times New Roman"/>
                <a:cs typeface="Times New Roman"/>
                <a:sym typeface="Times New Roman"/>
              </a:rPr>
              <a:t>q-1</a:t>
            </a:r>
            <a:r>
              <a:rPr lang="en-US" sz="24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400"/>
              <a:buFont typeface="Times New Roman"/>
              <a:buAutoNum type="arabicPlain"/>
            </a:pPr>
            <a:r>
              <a:rPr lang="en-US" sz="2400" b="0" i="0" u="none" strike="noStrike" cap="none">
                <a:solidFill>
                  <a:schemeClr val="dk1"/>
                </a:solidFill>
                <a:latin typeface="Times New Roman"/>
                <a:ea typeface="Times New Roman"/>
                <a:cs typeface="Times New Roman"/>
                <a:sym typeface="Times New Roman"/>
              </a:rPr>
              <a:t>         Quick</a:t>
            </a:r>
            <a:r>
              <a:rPr lang="en-US" sz="2400" b="0" i="1" u="none" strike="noStrike" cap="none">
                <a:solidFill>
                  <a:schemeClr val="dk1"/>
                </a:solidFill>
                <a:latin typeface="Times New Roman"/>
                <a:ea typeface="Times New Roman"/>
                <a:cs typeface="Times New Roman"/>
                <a:sym typeface="Times New Roman"/>
              </a:rPr>
              <a:t>Sort</a:t>
            </a:r>
            <a:r>
              <a:rPr lang="en-US" sz="2400" b="0" i="0" u="none" strike="noStrike" cap="none">
                <a:solidFill>
                  <a:schemeClr val="dk1"/>
                </a:solidFill>
                <a:latin typeface="Times New Roman"/>
                <a:ea typeface="Times New Roman"/>
                <a:cs typeface="Times New Roman"/>
                <a:sym typeface="Times New Roman"/>
              </a:rPr>
              <a:t> (</a:t>
            </a:r>
            <a:r>
              <a:rPr lang="en-US" sz="2400" b="0" i="1" u="none" strike="noStrike" cap="none">
                <a:solidFill>
                  <a:schemeClr val="dk1"/>
                </a:solidFill>
                <a:latin typeface="Times New Roman"/>
                <a:ea typeface="Times New Roman"/>
                <a:cs typeface="Times New Roman"/>
                <a:sym typeface="Times New Roman"/>
              </a:rPr>
              <a:t>A</a:t>
            </a:r>
            <a:r>
              <a:rPr lang="en-US" sz="2400" b="0" i="0" u="none" strike="noStrike" cap="none">
                <a:solidFill>
                  <a:schemeClr val="dk1"/>
                </a:solidFill>
                <a:latin typeface="Times New Roman"/>
                <a:ea typeface="Times New Roman"/>
                <a:cs typeface="Times New Roman"/>
                <a:sym typeface="Times New Roman"/>
              </a:rPr>
              <a:t>, </a:t>
            </a:r>
            <a:r>
              <a:rPr lang="en-US" sz="2400" b="0" i="1" u="none" strike="noStrike" cap="none">
                <a:solidFill>
                  <a:schemeClr val="dk1"/>
                </a:solidFill>
                <a:latin typeface="Times New Roman"/>
                <a:ea typeface="Times New Roman"/>
                <a:cs typeface="Times New Roman"/>
                <a:sym typeface="Times New Roman"/>
              </a:rPr>
              <a:t>q</a:t>
            </a:r>
            <a:r>
              <a:rPr lang="en-US" sz="2400" b="0" i="0" u="none" strike="noStrike" cap="none">
                <a:solidFill>
                  <a:schemeClr val="dk1"/>
                </a:solidFill>
                <a:latin typeface="Times New Roman"/>
                <a:ea typeface="Times New Roman"/>
                <a:cs typeface="Times New Roman"/>
                <a:sym typeface="Times New Roman"/>
              </a:rPr>
              <a:t>+1, </a:t>
            </a:r>
            <a:r>
              <a:rPr lang="en-US" sz="2400" b="0" i="1" u="none" strike="noStrike" cap="none">
                <a:solidFill>
                  <a:schemeClr val="dk1"/>
                </a:solidFill>
                <a:latin typeface="Times New Roman"/>
                <a:ea typeface="Times New Roman"/>
                <a:cs typeface="Times New Roman"/>
                <a:sym typeface="Times New Roman"/>
              </a:rPr>
              <a:t>r</a:t>
            </a:r>
            <a:r>
              <a:rPr lang="en-US" sz="24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738" name="Google Shape;738;p41"/>
          <p:cNvSpPr txBox="1"/>
          <p:nvPr/>
        </p:nvSpPr>
        <p:spPr>
          <a:xfrm>
            <a:off x="2138363" y="5160963"/>
            <a:ext cx="321915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C3300"/>
                </a:solidFill>
                <a:latin typeface="Georgia"/>
                <a:ea typeface="Georgia"/>
                <a:cs typeface="Georgia"/>
                <a:sym typeface="Georgia"/>
              </a:rPr>
              <a:t>Initial Call:</a:t>
            </a:r>
            <a:r>
              <a:rPr lang="en-US" sz="1800" b="0" i="0" u="none" strike="noStrike" cap="none">
                <a:solidFill>
                  <a:schemeClr val="dk1"/>
                </a:solidFill>
                <a:latin typeface="Georgia"/>
                <a:ea typeface="Georgia"/>
                <a:cs typeface="Georgia"/>
                <a:sym typeface="Georgia"/>
              </a:rPr>
              <a:t> QuickSort(</a:t>
            </a:r>
            <a:r>
              <a:rPr lang="en-US" sz="1800" b="0" i="1" u="none" strike="noStrike" cap="none">
                <a:solidFill>
                  <a:schemeClr val="dk1"/>
                </a:solidFill>
                <a:latin typeface="Georgia"/>
                <a:ea typeface="Georgia"/>
                <a:cs typeface="Georgia"/>
                <a:sym typeface="Georgia"/>
              </a:rPr>
              <a:t>A</a:t>
            </a:r>
            <a:r>
              <a:rPr lang="en-US" sz="1800" b="0" i="0" u="none" strike="noStrike" cap="none">
                <a:solidFill>
                  <a:schemeClr val="dk1"/>
                </a:solidFill>
                <a:latin typeface="Georgia"/>
                <a:ea typeface="Georgia"/>
                <a:cs typeface="Georgia"/>
                <a:sym typeface="Georgia"/>
              </a:rPr>
              <a:t>, 1, </a:t>
            </a:r>
            <a:r>
              <a:rPr lang="en-US" sz="1800" b="0" i="1" u="none" strike="noStrike" cap="none">
                <a:solidFill>
                  <a:schemeClr val="dk1"/>
                </a:solidFill>
                <a:latin typeface="Georgia"/>
                <a:ea typeface="Georgia"/>
                <a:cs typeface="Georgia"/>
                <a:sym typeface="Georgia"/>
              </a:rPr>
              <a:t>n</a:t>
            </a:r>
            <a:r>
              <a:rPr lang="en-US" sz="1800" b="0" i="0" u="none" strike="noStrike" cap="none">
                <a:solidFill>
                  <a:schemeClr val="dk1"/>
                </a:solidFill>
                <a:latin typeface="Georgia"/>
                <a:ea typeface="Georgia"/>
                <a:cs typeface="Georgia"/>
                <a:sym typeface="Georgia"/>
              </a:rPr>
              <a:t>)</a:t>
            </a:r>
            <a:endParaRPr sz="1400" b="0" i="0" u="none" strike="noStrike" cap="none">
              <a:solidFill>
                <a:srgbClr val="000000"/>
              </a:solidFill>
              <a:latin typeface="Arial"/>
              <a:ea typeface="Arial"/>
              <a:cs typeface="Arial"/>
              <a:sym typeface="Arial"/>
            </a:endParaRPr>
          </a:p>
        </p:txBody>
      </p:sp>
      <p:sp>
        <p:nvSpPr>
          <p:cNvPr id="739" name="Google Shape;739;p41"/>
          <p:cNvSpPr txBox="1">
            <a:spLocks noGrp="1"/>
          </p:cNvSpPr>
          <p:nvPr>
            <p:ph type="ftr" idx="11"/>
          </p:nvPr>
        </p:nvSpPr>
        <p:spPr>
          <a:xfrm>
            <a:off x="9788578" y="193923"/>
            <a:ext cx="2225008" cy="495651"/>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743"/>
        <p:cNvGrpSpPr/>
        <p:nvPr/>
      </p:nvGrpSpPr>
      <p:grpSpPr>
        <a:xfrm>
          <a:off x="0" y="0"/>
          <a:ext cx="0" cy="0"/>
          <a:chOff x="0" y="0"/>
          <a:chExt cx="0" cy="0"/>
        </a:xfrm>
      </p:grpSpPr>
      <p:sp>
        <p:nvSpPr>
          <p:cNvPr id="744" name="Google Shape;744;p42"/>
          <p:cNvSpPr txBox="1">
            <a:spLocks noGrp="1"/>
          </p:cNvSpPr>
          <p:nvPr>
            <p:ph type="title"/>
          </p:nvPr>
        </p:nvSpPr>
        <p:spPr>
          <a:xfrm>
            <a:off x="1524001" y="-179388"/>
            <a:ext cx="9142413" cy="91440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solidFill>
                  <a:schemeClr val="dk1"/>
                </a:solidFill>
                <a:latin typeface="Times New Roman"/>
                <a:ea typeface="Times New Roman"/>
                <a:cs typeface="Times New Roman"/>
                <a:sym typeface="Times New Roman"/>
              </a:rPr>
              <a:t>Procedure Partitioning the array</a:t>
            </a:r>
            <a:endParaRPr>
              <a:solidFill>
                <a:schemeClr val="dk1"/>
              </a:solidFill>
              <a:latin typeface="Times New Roman"/>
              <a:ea typeface="Times New Roman"/>
              <a:cs typeface="Times New Roman"/>
              <a:sym typeface="Times New Roman"/>
            </a:endParaRPr>
          </a:p>
        </p:txBody>
      </p:sp>
      <p:sp>
        <p:nvSpPr>
          <p:cNvPr id="745" name="Google Shape;745;p42"/>
          <p:cNvSpPr txBox="1">
            <a:spLocks noGrp="1"/>
          </p:cNvSpPr>
          <p:nvPr>
            <p:ph type="body" idx="1"/>
          </p:nvPr>
        </p:nvSpPr>
        <p:spPr>
          <a:xfrm>
            <a:off x="1707356" y="1408907"/>
            <a:ext cx="3854450" cy="3790157"/>
          </a:xfrm>
          <a:prstGeom prst="rect">
            <a:avLst/>
          </a:prstGeom>
          <a:solidFill>
            <a:srgbClr val="CCECFF"/>
          </a:solidFill>
          <a:ln w="1905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902208" lvl="1" indent="-609600" algn="l" rtl="0">
              <a:lnSpc>
                <a:spcPct val="100000"/>
              </a:lnSpc>
              <a:spcBef>
                <a:spcPts val="0"/>
              </a:spcBef>
              <a:spcAft>
                <a:spcPts val="0"/>
              </a:spcAft>
              <a:buClr>
                <a:srgbClr val="FF3300"/>
              </a:buClr>
              <a:buSzPts val="1500"/>
              <a:buFont typeface="Times New Roman"/>
              <a:buNone/>
            </a:pPr>
            <a:r>
              <a:rPr lang="en-US" sz="2000" b="1">
                <a:solidFill>
                  <a:srgbClr val="FF3300"/>
                </a:solidFill>
                <a:latin typeface="Times New Roman"/>
                <a:ea typeface="Times New Roman"/>
                <a:cs typeface="Times New Roman"/>
                <a:sym typeface="Times New Roman"/>
              </a:rPr>
              <a:t>Partition(</a:t>
            </a:r>
            <a:r>
              <a:rPr lang="en-US" sz="2000" b="1" i="1">
                <a:solidFill>
                  <a:srgbClr val="FF3300"/>
                </a:solidFill>
                <a:latin typeface="Times New Roman"/>
                <a:ea typeface="Times New Roman"/>
                <a:cs typeface="Times New Roman"/>
                <a:sym typeface="Times New Roman"/>
              </a:rPr>
              <a:t>A</a:t>
            </a:r>
            <a:r>
              <a:rPr lang="en-US" sz="2000" b="1">
                <a:solidFill>
                  <a:srgbClr val="FF3300"/>
                </a:solidFill>
                <a:latin typeface="Times New Roman"/>
                <a:ea typeface="Times New Roman"/>
                <a:cs typeface="Times New Roman"/>
                <a:sym typeface="Times New Roman"/>
              </a:rPr>
              <a:t>, </a:t>
            </a:r>
            <a:r>
              <a:rPr lang="en-US" sz="2000" b="1" i="1">
                <a:solidFill>
                  <a:srgbClr val="FF3300"/>
                </a:solidFill>
                <a:latin typeface="Times New Roman"/>
                <a:ea typeface="Times New Roman"/>
                <a:cs typeface="Times New Roman"/>
                <a:sym typeface="Times New Roman"/>
              </a:rPr>
              <a:t>p</a:t>
            </a:r>
            <a:r>
              <a:rPr lang="en-US" sz="2000" b="1">
                <a:solidFill>
                  <a:srgbClr val="FF3300"/>
                </a:solidFill>
                <a:latin typeface="Times New Roman"/>
                <a:ea typeface="Times New Roman"/>
                <a:cs typeface="Times New Roman"/>
                <a:sym typeface="Times New Roman"/>
              </a:rPr>
              <a:t>, </a:t>
            </a:r>
            <a:r>
              <a:rPr lang="en-US" sz="2000" b="1" i="1">
                <a:solidFill>
                  <a:srgbClr val="FF3300"/>
                </a:solidFill>
                <a:latin typeface="Times New Roman"/>
                <a:ea typeface="Times New Roman"/>
                <a:cs typeface="Times New Roman"/>
                <a:sym typeface="Times New Roman"/>
              </a:rPr>
              <a:t>r</a:t>
            </a:r>
            <a:r>
              <a:rPr lang="en-US" sz="2000" b="1">
                <a:solidFill>
                  <a:srgbClr val="FF3300"/>
                </a:solidFill>
                <a:latin typeface="Times New Roman"/>
                <a:ea typeface="Times New Roman"/>
                <a:cs typeface="Times New Roman"/>
                <a:sym typeface="Times New Roman"/>
              </a:rPr>
              <a:t>)</a:t>
            </a:r>
            <a:endParaRPr/>
          </a:p>
          <a:p>
            <a:pPr marL="902208" lvl="1" indent="-609600" algn="l" rtl="0">
              <a:lnSpc>
                <a:spcPct val="100000"/>
              </a:lnSpc>
              <a:spcBef>
                <a:spcPts val="400"/>
              </a:spcBef>
              <a:spcAft>
                <a:spcPts val="0"/>
              </a:spcAft>
              <a:buClr>
                <a:schemeClr val="dk1"/>
              </a:buClr>
              <a:buSzPts val="1500"/>
              <a:buFont typeface="Times New Roman"/>
              <a:buNone/>
            </a:pPr>
            <a:r>
              <a:rPr lang="en-US" sz="2000">
                <a:latin typeface="Times New Roman"/>
                <a:ea typeface="Times New Roman"/>
                <a:cs typeface="Times New Roman"/>
                <a:sym typeface="Times New Roman"/>
              </a:rPr>
              <a:t>1  x</a:t>
            </a:r>
            <a:r>
              <a:rPr lang="en-US" sz="2000" i="1">
                <a:latin typeface="Times New Roman"/>
                <a:ea typeface="Times New Roman"/>
                <a:cs typeface="Times New Roman"/>
                <a:sym typeface="Times New Roman"/>
              </a:rPr>
              <a:t> = A[r]</a:t>
            </a:r>
            <a:endParaRPr sz="2000">
              <a:latin typeface="Times New Roman"/>
              <a:ea typeface="Times New Roman"/>
              <a:cs typeface="Times New Roman"/>
              <a:sym typeface="Times New Roman"/>
            </a:endParaRPr>
          </a:p>
          <a:p>
            <a:pPr marL="902208" lvl="1" indent="-609600" algn="l" rtl="0">
              <a:lnSpc>
                <a:spcPct val="100000"/>
              </a:lnSpc>
              <a:spcBef>
                <a:spcPts val="400"/>
              </a:spcBef>
              <a:spcAft>
                <a:spcPts val="0"/>
              </a:spcAft>
              <a:buClr>
                <a:schemeClr val="dk1"/>
              </a:buClr>
              <a:buSzPts val="1500"/>
              <a:buFont typeface="Times New Roman"/>
              <a:buNone/>
            </a:pPr>
            <a:r>
              <a:rPr lang="en-US" sz="2000">
                <a:latin typeface="Times New Roman"/>
                <a:ea typeface="Times New Roman"/>
                <a:cs typeface="Times New Roman"/>
                <a:sym typeface="Times New Roman"/>
              </a:rPr>
              <a:t>2  i = p - 1</a:t>
            </a:r>
            <a:endParaRPr sz="2000" b="1" i="1">
              <a:solidFill>
                <a:schemeClr val="dk1"/>
              </a:solidFill>
              <a:latin typeface="Times New Roman"/>
              <a:ea typeface="Times New Roman"/>
              <a:cs typeface="Times New Roman"/>
              <a:sym typeface="Times New Roman"/>
            </a:endParaRPr>
          </a:p>
          <a:p>
            <a:pPr marL="902208" lvl="1" indent="-609600" algn="l" rtl="0">
              <a:lnSpc>
                <a:spcPct val="100000"/>
              </a:lnSpc>
              <a:spcBef>
                <a:spcPts val="400"/>
              </a:spcBef>
              <a:spcAft>
                <a:spcPts val="0"/>
              </a:spcAft>
              <a:buClr>
                <a:schemeClr val="hlink"/>
              </a:buClr>
              <a:buSzPts val="1500"/>
              <a:buFont typeface="Noto Sans Symbols"/>
              <a:buAutoNum type="arabicPlain" startAt="3"/>
            </a:pPr>
            <a:r>
              <a:rPr lang="en-US" sz="2000" b="1">
                <a:solidFill>
                  <a:schemeClr val="hlink"/>
                </a:solidFill>
                <a:latin typeface="Times New Roman"/>
                <a:ea typeface="Times New Roman"/>
                <a:cs typeface="Times New Roman"/>
                <a:sym typeface="Times New Roman"/>
              </a:rPr>
              <a:t>for</a:t>
            </a:r>
            <a:r>
              <a:rPr lang="en-US" sz="2000">
                <a:latin typeface="Times New Roman"/>
                <a:ea typeface="Times New Roman"/>
                <a:cs typeface="Times New Roman"/>
                <a:sym typeface="Times New Roman"/>
              </a:rPr>
              <a:t> j</a:t>
            </a:r>
            <a:r>
              <a:rPr lang="en-US" sz="2000" i="1">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a:t>
            </a:r>
            <a:r>
              <a:rPr lang="en-US" sz="2000">
                <a:latin typeface="Times New Roman"/>
                <a:ea typeface="Times New Roman"/>
                <a:cs typeface="Times New Roman"/>
                <a:sym typeface="Times New Roman"/>
              </a:rPr>
              <a:t> p </a:t>
            </a:r>
            <a:r>
              <a:rPr lang="en-US" sz="2000" b="1">
                <a:solidFill>
                  <a:schemeClr val="hlink"/>
                </a:solidFill>
                <a:latin typeface="Times New Roman"/>
                <a:ea typeface="Times New Roman"/>
                <a:cs typeface="Times New Roman"/>
                <a:sym typeface="Times New Roman"/>
              </a:rPr>
              <a:t>to</a:t>
            </a:r>
            <a:r>
              <a:rPr lang="en-US" sz="2000">
                <a:latin typeface="Times New Roman"/>
                <a:ea typeface="Times New Roman"/>
                <a:cs typeface="Times New Roman"/>
                <a:sym typeface="Times New Roman"/>
              </a:rPr>
              <a:t> r-1 </a:t>
            </a:r>
            <a:endParaRPr/>
          </a:p>
          <a:p>
            <a:pPr marL="902208" lvl="1" indent="-609600" algn="l" rtl="0">
              <a:lnSpc>
                <a:spcPct val="100000"/>
              </a:lnSpc>
              <a:spcBef>
                <a:spcPts val="400"/>
              </a:spcBef>
              <a:spcAft>
                <a:spcPts val="0"/>
              </a:spcAft>
              <a:buClr>
                <a:schemeClr val="dk1"/>
              </a:buClr>
              <a:buSzPts val="1500"/>
              <a:buFont typeface="Noto Sans Symbols"/>
              <a:buAutoNum type="arabicPlain" startAt="3"/>
            </a:pPr>
            <a:r>
              <a:rPr lang="en-US" sz="2000">
                <a:latin typeface="Times New Roman"/>
                <a:ea typeface="Times New Roman"/>
                <a:cs typeface="Times New Roman"/>
                <a:sym typeface="Times New Roman"/>
              </a:rPr>
              <a:t>    if A[j] </a:t>
            </a:r>
            <a:r>
              <a:rPr lang="en-US" sz="2000">
                <a:solidFill>
                  <a:schemeClr val="dk1"/>
                </a:solidFill>
                <a:latin typeface="Times New Roman"/>
                <a:ea typeface="Times New Roman"/>
                <a:cs typeface="Times New Roman"/>
                <a:sym typeface="Times New Roman"/>
              </a:rPr>
              <a:t>≤ x</a:t>
            </a:r>
            <a:endParaRPr/>
          </a:p>
          <a:p>
            <a:pPr marL="902208" lvl="1" indent="-609600" algn="l" rtl="0">
              <a:lnSpc>
                <a:spcPct val="100000"/>
              </a:lnSpc>
              <a:spcBef>
                <a:spcPts val="400"/>
              </a:spcBef>
              <a:spcAft>
                <a:spcPts val="0"/>
              </a:spcAft>
              <a:buClr>
                <a:schemeClr val="dk1"/>
              </a:buClr>
              <a:buSzPts val="1500"/>
              <a:buFont typeface="Noto Sans Symbols"/>
              <a:buAutoNum type="arabicPlain" startAt="3"/>
            </a:pPr>
            <a:r>
              <a:rPr lang="en-US" sz="2000">
                <a:latin typeface="Times New Roman"/>
                <a:ea typeface="Times New Roman"/>
                <a:cs typeface="Times New Roman"/>
                <a:sym typeface="Times New Roman"/>
              </a:rPr>
              <a:t>       i= i +1 </a:t>
            </a:r>
            <a:endParaRPr/>
          </a:p>
          <a:p>
            <a:pPr marL="902208" lvl="1" indent="-609600" algn="l" rtl="0">
              <a:lnSpc>
                <a:spcPct val="100000"/>
              </a:lnSpc>
              <a:spcBef>
                <a:spcPts val="400"/>
              </a:spcBef>
              <a:spcAft>
                <a:spcPts val="0"/>
              </a:spcAft>
              <a:buClr>
                <a:schemeClr val="dk1"/>
              </a:buClr>
              <a:buSzPts val="1500"/>
              <a:buFont typeface="Noto Sans Symbols"/>
              <a:buAutoNum type="arabicPlain" startAt="3"/>
            </a:pPr>
            <a:r>
              <a:rPr lang="en-US" sz="2000">
                <a:latin typeface="Times New Roman"/>
                <a:ea typeface="Times New Roman"/>
                <a:cs typeface="Times New Roman"/>
                <a:sym typeface="Times New Roman"/>
              </a:rPr>
              <a:t>    exchange A[i] with A[j]</a:t>
            </a:r>
            <a:endParaRPr sz="2000" i="1">
              <a:solidFill>
                <a:schemeClr val="dk1"/>
              </a:solidFill>
              <a:latin typeface="Times New Roman"/>
              <a:ea typeface="Times New Roman"/>
              <a:cs typeface="Times New Roman"/>
              <a:sym typeface="Times New Roman"/>
            </a:endParaRPr>
          </a:p>
          <a:p>
            <a:pPr marL="902208" lvl="1" indent="-609600" algn="l" rtl="0">
              <a:lnSpc>
                <a:spcPct val="100000"/>
              </a:lnSpc>
              <a:spcBef>
                <a:spcPts val="400"/>
              </a:spcBef>
              <a:spcAft>
                <a:spcPts val="0"/>
              </a:spcAft>
              <a:buClr>
                <a:schemeClr val="dk1"/>
              </a:buClr>
              <a:buSzPts val="1500"/>
              <a:buFont typeface="Noto Sans Symbols"/>
              <a:buAutoNum type="arabicPlain" startAt="3"/>
            </a:pPr>
            <a:r>
              <a:rPr lang="en-US" sz="2000">
                <a:latin typeface="Times New Roman"/>
                <a:ea typeface="Times New Roman"/>
                <a:cs typeface="Times New Roman"/>
                <a:sym typeface="Times New Roman"/>
              </a:rPr>
              <a:t>exchange A[i+1] with A[j]</a:t>
            </a:r>
            <a:endParaRPr sz="2000">
              <a:solidFill>
                <a:schemeClr val="dk1"/>
              </a:solidFill>
              <a:latin typeface="Times New Roman"/>
              <a:ea typeface="Times New Roman"/>
              <a:cs typeface="Times New Roman"/>
              <a:sym typeface="Times New Roman"/>
            </a:endParaRPr>
          </a:p>
          <a:p>
            <a:pPr marL="902208" lvl="1" indent="-609600" algn="l" rtl="0">
              <a:lnSpc>
                <a:spcPct val="100000"/>
              </a:lnSpc>
              <a:spcBef>
                <a:spcPts val="400"/>
              </a:spcBef>
              <a:spcAft>
                <a:spcPts val="0"/>
              </a:spcAft>
              <a:buClr>
                <a:schemeClr val="dk1"/>
              </a:buClr>
              <a:buSzPts val="1500"/>
              <a:buFont typeface="Noto Sans Symbols"/>
              <a:buAutoNum type="arabicPlain" startAt="3"/>
            </a:pPr>
            <a:r>
              <a:rPr lang="en-US" sz="2000" i="1">
                <a:solidFill>
                  <a:schemeClr val="dk1"/>
                </a:solidFill>
                <a:latin typeface="Times New Roman"/>
                <a:ea typeface="Times New Roman"/>
                <a:cs typeface="Times New Roman"/>
                <a:sym typeface="Times New Roman"/>
              </a:rPr>
              <a:t>Return i + 1</a:t>
            </a:r>
            <a:endParaRPr sz="2000">
              <a:solidFill>
                <a:schemeClr val="dk1"/>
              </a:solidFill>
              <a:latin typeface="Times New Roman"/>
              <a:ea typeface="Times New Roman"/>
              <a:cs typeface="Times New Roman"/>
              <a:sym typeface="Times New Roman"/>
            </a:endParaRPr>
          </a:p>
          <a:p>
            <a:pPr marL="292608" lvl="1" indent="0" algn="l" rtl="0">
              <a:lnSpc>
                <a:spcPct val="100000"/>
              </a:lnSpc>
              <a:spcBef>
                <a:spcPts val="400"/>
              </a:spcBef>
              <a:spcAft>
                <a:spcPts val="0"/>
              </a:spcAft>
              <a:buClr>
                <a:schemeClr val="dk1"/>
              </a:buClr>
              <a:buSzPts val="1500"/>
              <a:buFont typeface="Georgia"/>
              <a:buNone/>
            </a:pPr>
            <a:endParaRPr sz="2000" b="1" i="1">
              <a:latin typeface="Times New Roman"/>
              <a:ea typeface="Times New Roman"/>
              <a:cs typeface="Times New Roman"/>
              <a:sym typeface="Times New Roman"/>
            </a:endParaRPr>
          </a:p>
          <a:p>
            <a:pPr marL="902208" lvl="1" indent="-609600" algn="l" rtl="0">
              <a:lnSpc>
                <a:spcPct val="100000"/>
              </a:lnSpc>
              <a:spcBef>
                <a:spcPts val="400"/>
              </a:spcBef>
              <a:spcAft>
                <a:spcPts val="0"/>
              </a:spcAft>
              <a:buClr>
                <a:schemeClr val="dk1"/>
              </a:buClr>
              <a:buSzPts val="1500"/>
              <a:buFont typeface="Times New Roman"/>
              <a:buNone/>
            </a:pP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746" name="Google Shape;746;p42"/>
          <p:cNvSpPr txBox="1"/>
          <p:nvPr/>
        </p:nvSpPr>
        <p:spPr>
          <a:xfrm>
            <a:off x="6589713" y="1131888"/>
            <a:ext cx="3395662" cy="16158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Georgia"/>
                <a:ea typeface="Georgia"/>
                <a:cs typeface="Georgia"/>
                <a:sym typeface="Georgia"/>
              </a:rPr>
              <a:t>Input: Array containing sorted subarrays </a:t>
            </a:r>
            <a:r>
              <a:rPr lang="en-US" sz="1800" b="0" i="1" u="none" strike="noStrike" cap="none">
                <a:solidFill>
                  <a:schemeClr val="dk1"/>
                </a:solidFill>
                <a:latin typeface="Georgia"/>
                <a:ea typeface="Georgia"/>
                <a:cs typeface="Georgia"/>
                <a:sym typeface="Georgia"/>
              </a:rPr>
              <a:t>A</a:t>
            </a:r>
            <a:r>
              <a:rPr lang="en-US" sz="1800" b="0" i="0" u="none" strike="noStrike" cap="none">
                <a:solidFill>
                  <a:schemeClr val="dk1"/>
                </a:solidFill>
                <a:latin typeface="Georgia"/>
                <a:ea typeface="Georgia"/>
                <a:cs typeface="Georgia"/>
                <a:sym typeface="Georgia"/>
              </a:rPr>
              <a:t>[</a:t>
            </a:r>
            <a:r>
              <a:rPr lang="en-US" sz="1800" b="0" i="1" u="none" strike="noStrike" cap="none">
                <a:solidFill>
                  <a:schemeClr val="dk1"/>
                </a:solidFill>
                <a:latin typeface="Georgia"/>
                <a:ea typeface="Georgia"/>
                <a:cs typeface="Georgia"/>
                <a:sym typeface="Georgia"/>
              </a:rPr>
              <a:t>p..q</a:t>
            </a:r>
            <a:r>
              <a:rPr lang="en-US" sz="1800" b="0" i="0" u="none" strike="noStrike" cap="none">
                <a:solidFill>
                  <a:schemeClr val="dk1"/>
                </a:solidFill>
                <a:latin typeface="Georgia"/>
                <a:ea typeface="Georgia"/>
                <a:cs typeface="Georgia"/>
                <a:sym typeface="Georgia"/>
              </a:rPr>
              <a:t>] and </a:t>
            </a:r>
            <a:r>
              <a:rPr lang="en-US" sz="1800" b="0" i="1" u="none" strike="noStrike" cap="none">
                <a:solidFill>
                  <a:schemeClr val="dk1"/>
                </a:solidFill>
                <a:latin typeface="Georgia"/>
                <a:ea typeface="Georgia"/>
                <a:cs typeface="Georgia"/>
                <a:sym typeface="Georgia"/>
              </a:rPr>
              <a:t>A</a:t>
            </a:r>
            <a:r>
              <a:rPr lang="en-US" sz="1800" b="0" i="0" u="none" strike="noStrike" cap="none">
                <a:solidFill>
                  <a:schemeClr val="dk1"/>
                </a:solidFill>
                <a:latin typeface="Georgia"/>
                <a:ea typeface="Georgia"/>
                <a:cs typeface="Georgia"/>
                <a:sym typeface="Georgia"/>
              </a:rPr>
              <a:t>[</a:t>
            </a:r>
            <a:r>
              <a:rPr lang="en-US" sz="1800" b="0" i="1" u="none" strike="noStrike" cap="none">
                <a:solidFill>
                  <a:schemeClr val="dk1"/>
                </a:solidFill>
                <a:latin typeface="Georgia"/>
                <a:ea typeface="Georgia"/>
                <a:cs typeface="Georgia"/>
                <a:sym typeface="Georgia"/>
              </a:rPr>
              <a:t>q+1..r</a:t>
            </a:r>
            <a:r>
              <a:rPr lang="en-US" sz="1800" b="0" i="0" u="none" strike="noStrike" cap="none">
                <a:solidFill>
                  <a:schemeClr val="dk1"/>
                </a:solidFill>
                <a:latin typeface="Georgia"/>
                <a:ea typeface="Georgia"/>
                <a:cs typeface="Georgia"/>
                <a:sym typeface="Georgia"/>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800"/>
              <a:buFont typeface="Arial"/>
              <a:buNone/>
            </a:pPr>
            <a:r>
              <a:rPr lang="en-US" sz="1800" b="0" i="0" u="none" strike="noStrike" cap="none">
                <a:solidFill>
                  <a:schemeClr val="dk1"/>
                </a:solidFill>
                <a:latin typeface="Georgia"/>
                <a:ea typeface="Georgia"/>
                <a:cs typeface="Georgia"/>
                <a:sym typeface="Georgia"/>
              </a:rPr>
              <a:t>Output: sorted subarray in </a:t>
            </a:r>
            <a:r>
              <a:rPr lang="en-US" sz="1800" b="0" i="1" u="none" strike="noStrike" cap="none">
                <a:solidFill>
                  <a:schemeClr val="dk1"/>
                </a:solidFill>
                <a:latin typeface="Georgia"/>
                <a:ea typeface="Georgia"/>
                <a:cs typeface="Georgia"/>
                <a:sym typeface="Georgia"/>
              </a:rPr>
              <a:t>A</a:t>
            </a:r>
            <a:r>
              <a:rPr lang="en-US" sz="1800" b="0" i="0" u="none" strike="noStrike" cap="none">
                <a:solidFill>
                  <a:schemeClr val="dk1"/>
                </a:solidFill>
                <a:latin typeface="Georgia"/>
                <a:ea typeface="Georgia"/>
                <a:cs typeface="Georgia"/>
                <a:sym typeface="Georgia"/>
              </a:rPr>
              <a:t>[</a:t>
            </a:r>
            <a:r>
              <a:rPr lang="en-US" sz="1800" b="0" i="1" u="none" strike="noStrike" cap="none">
                <a:solidFill>
                  <a:schemeClr val="dk1"/>
                </a:solidFill>
                <a:latin typeface="Georgia"/>
                <a:ea typeface="Georgia"/>
                <a:cs typeface="Georgia"/>
                <a:sym typeface="Georgia"/>
              </a:rPr>
              <a:t>p..r</a:t>
            </a:r>
            <a:r>
              <a:rPr lang="en-US" sz="1800" b="0" i="0" u="none" strike="noStrike" cap="none">
                <a:solidFill>
                  <a:schemeClr val="dk1"/>
                </a:solidFill>
                <a:latin typeface="Georgia"/>
                <a:ea typeface="Georgia"/>
                <a:cs typeface="Georgia"/>
                <a:sym typeface="Georgia"/>
              </a:rPr>
              <a:t>].</a:t>
            </a:r>
            <a:endParaRPr sz="1400" b="0" i="0" u="none" strike="noStrike" cap="none">
              <a:solidFill>
                <a:srgbClr val="000000"/>
              </a:solidFill>
              <a:latin typeface="Arial"/>
              <a:ea typeface="Arial"/>
              <a:cs typeface="Arial"/>
              <a:sym typeface="Arial"/>
            </a:endParaRPr>
          </a:p>
        </p:txBody>
      </p:sp>
      <p:sp>
        <p:nvSpPr>
          <p:cNvPr id="747" name="Google Shape;747;p42"/>
          <p:cNvSpPr txBox="1">
            <a:spLocks noGrp="1"/>
          </p:cNvSpPr>
          <p:nvPr>
            <p:ph type="ftr" idx="11"/>
          </p:nvPr>
        </p:nvSpPr>
        <p:spPr>
          <a:xfrm>
            <a:off x="9842834" y="349815"/>
            <a:ext cx="2225008" cy="495651"/>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SzPts val="1400"/>
              <a:buNone/>
            </a:pPr>
            <a:r>
              <a:rPr lang="en-US">
                <a:solidFill>
                  <a:srgbClr val="C00000"/>
                </a:solidFill>
              </a:rPr>
              <a:t>Ref Book: Thomas Cormen</a:t>
            </a:r>
            <a:endParaRPr>
              <a:solidFill>
                <a:srgbClr val="C0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43"/>
          <p:cNvSpPr txBox="1">
            <a:spLocks noGrp="1"/>
          </p:cNvSpPr>
          <p:nvPr>
            <p:ph type="title"/>
          </p:nvPr>
        </p:nvSpPr>
        <p:spPr>
          <a:xfrm>
            <a:off x="640080" y="217331"/>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2800"/>
              <a:buFont typeface="Calibri"/>
              <a:buNone/>
            </a:pPr>
            <a:r>
              <a:rPr lang="en-US" sz="2800"/>
              <a:t>Apply quick sort for the following numbers:</a:t>
            </a:r>
            <a:br>
              <a:rPr lang="en-US" sz="2800"/>
            </a:br>
            <a:br>
              <a:rPr lang="en-US" sz="2800"/>
            </a:br>
            <a:r>
              <a:rPr lang="en-US" sz="2800"/>
              <a:t>2, 8, 7, 1, 3, 5, 6, 4  </a:t>
            </a:r>
            <a:endParaRPr sz="2800"/>
          </a:p>
        </p:txBody>
      </p:sp>
      <p:sp>
        <p:nvSpPr>
          <p:cNvPr id="753" name="Google Shape;753;p4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4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THOMAS CORMEN</a:t>
            </a:r>
            <a:endParaRPr/>
          </a:p>
        </p:txBody>
      </p:sp>
      <p:pic>
        <p:nvPicPr>
          <p:cNvPr id="759" name="Google Shape;759;p44"/>
          <p:cNvPicPr preferRelativeResize="0"/>
          <p:nvPr/>
        </p:nvPicPr>
        <p:blipFill rotWithShape="1">
          <a:blip r:embed="rId3">
            <a:alphaModFix/>
          </a:blip>
          <a:srcRect/>
          <a:stretch/>
        </p:blipFill>
        <p:spPr>
          <a:xfrm>
            <a:off x="928254" y="346363"/>
            <a:ext cx="4532226" cy="1925781"/>
          </a:xfrm>
          <a:prstGeom prst="rect">
            <a:avLst/>
          </a:prstGeom>
          <a:noFill/>
          <a:ln>
            <a:noFill/>
          </a:ln>
        </p:spPr>
      </p:pic>
      <p:pic>
        <p:nvPicPr>
          <p:cNvPr id="760" name="Google Shape;760;p44"/>
          <p:cNvPicPr preferRelativeResize="0"/>
          <p:nvPr/>
        </p:nvPicPr>
        <p:blipFill rotWithShape="1">
          <a:blip r:embed="rId4">
            <a:alphaModFix/>
          </a:blip>
          <a:srcRect/>
          <a:stretch/>
        </p:blipFill>
        <p:spPr>
          <a:xfrm>
            <a:off x="987972" y="2272144"/>
            <a:ext cx="5649658" cy="3768438"/>
          </a:xfrm>
          <a:prstGeom prst="rect">
            <a:avLst/>
          </a:prstGeom>
          <a:noFill/>
          <a:ln>
            <a:noFill/>
          </a:ln>
        </p:spPr>
      </p:pic>
      <p:pic>
        <p:nvPicPr>
          <p:cNvPr id="761" name="Google Shape;761;p44"/>
          <p:cNvPicPr preferRelativeResize="0"/>
          <p:nvPr/>
        </p:nvPicPr>
        <p:blipFill rotWithShape="1">
          <a:blip r:embed="rId5">
            <a:alphaModFix/>
          </a:blip>
          <a:srcRect/>
          <a:stretch/>
        </p:blipFill>
        <p:spPr>
          <a:xfrm>
            <a:off x="7162800" y="346362"/>
            <a:ext cx="4104409" cy="569421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4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dk1"/>
              </a:buClr>
              <a:buSzPts val="4800"/>
              <a:buFont typeface="Times New Roman"/>
              <a:buNone/>
            </a:pPr>
            <a:r>
              <a:rPr lang="en-US">
                <a:solidFill>
                  <a:schemeClr val="dk1"/>
                </a:solidFill>
                <a:latin typeface="Times New Roman"/>
                <a:ea typeface="Times New Roman"/>
                <a:cs typeface="Times New Roman"/>
                <a:sym typeface="Times New Roman"/>
              </a:rPr>
              <a:t>The steps of QuickSort</a:t>
            </a:r>
            <a:endParaRPr>
              <a:solidFill>
                <a:schemeClr val="dk1"/>
              </a:solidFill>
              <a:latin typeface="Times New Roman"/>
              <a:ea typeface="Times New Roman"/>
              <a:cs typeface="Times New Roman"/>
              <a:sym typeface="Times New Roman"/>
            </a:endParaRPr>
          </a:p>
        </p:txBody>
      </p:sp>
      <p:sp>
        <p:nvSpPr>
          <p:cNvPr id="767" name="Google Shape;767;p45"/>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0"/>
              </a:spcBef>
              <a:spcAft>
                <a:spcPts val="0"/>
              </a:spcAft>
              <a:buSzPts val="2000"/>
              <a:buNone/>
            </a:pPr>
            <a:endParaRPr/>
          </a:p>
        </p:txBody>
      </p:sp>
      <p:sp>
        <p:nvSpPr>
          <p:cNvPr id="768" name="Google Shape;768;p45"/>
          <p:cNvSpPr/>
          <p:nvPr/>
        </p:nvSpPr>
        <p:spPr>
          <a:xfrm>
            <a:off x="2971800" y="1905000"/>
            <a:ext cx="4724400" cy="9906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9" name="Google Shape;769;p45"/>
          <p:cNvSpPr txBox="1"/>
          <p:nvPr/>
        </p:nvSpPr>
        <p:spPr>
          <a:xfrm>
            <a:off x="3276600" y="22098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13</a:t>
            </a:r>
            <a:endParaRPr sz="1400" b="0" i="0" u="none" strike="noStrike" cap="none">
              <a:solidFill>
                <a:srgbClr val="000000"/>
              </a:solidFill>
              <a:latin typeface="Arial"/>
              <a:ea typeface="Arial"/>
              <a:cs typeface="Arial"/>
              <a:sym typeface="Arial"/>
            </a:endParaRPr>
          </a:p>
        </p:txBody>
      </p:sp>
      <p:sp>
        <p:nvSpPr>
          <p:cNvPr id="770" name="Google Shape;770;p45"/>
          <p:cNvSpPr txBox="1"/>
          <p:nvPr/>
        </p:nvSpPr>
        <p:spPr>
          <a:xfrm>
            <a:off x="3886200" y="20574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81</a:t>
            </a:r>
            <a:endParaRPr sz="1400" b="0" i="0" u="none" strike="noStrike" cap="none">
              <a:solidFill>
                <a:srgbClr val="000000"/>
              </a:solidFill>
              <a:latin typeface="Arial"/>
              <a:ea typeface="Arial"/>
              <a:cs typeface="Arial"/>
              <a:sym typeface="Arial"/>
            </a:endParaRPr>
          </a:p>
        </p:txBody>
      </p:sp>
      <p:sp>
        <p:nvSpPr>
          <p:cNvPr id="771" name="Google Shape;771;p45"/>
          <p:cNvSpPr txBox="1"/>
          <p:nvPr/>
        </p:nvSpPr>
        <p:spPr>
          <a:xfrm>
            <a:off x="4114800" y="23622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92</a:t>
            </a:r>
            <a:endParaRPr sz="1400" b="0" i="0" u="none" strike="noStrike" cap="none">
              <a:solidFill>
                <a:srgbClr val="000000"/>
              </a:solidFill>
              <a:latin typeface="Arial"/>
              <a:ea typeface="Arial"/>
              <a:cs typeface="Arial"/>
              <a:sym typeface="Arial"/>
            </a:endParaRPr>
          </a:p>
        </p:txBody>
      </p:sp>
      <p:sp>
        <p:nvSpPr>
          <p:cNvPr id="772" name="Google Shape;772;p45"/>
          <p:cNvSpPr txBox="1"/>
          <p:nvPr/>
        </p:nvSpPr>
        <p:spPr>
          <a:xfrm>
            <a:off x="4648200" y="21336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43</a:t>
            </a:r>
            <a:endParaRPr sz="1400" b="0" i="0" u="none" strike="noStrike" cap="none">
              <a:solidFill>
                <a:srgbClr val="000000"/>
              </a:solidFill>
              <a:latin typeface="Arial"/>
              <a:ea typeface="Arial"/>
              <a:cs typeface="Arial"/>
              <a:sym typeface="Arial"/>
            </a:endParaRPr>
          </a:p>
        </p:txBody>
      </p:sp>
      <p:sp>
        <p:nvSpPr>
          <p:cNvPr id="773" name="Google Shape;773;p45"/>
          <p:cNvSpPr txBox="1"/>
          <p:nvPr/>
        </p:nvSpPr>
        <p:spPr>
          <a:xfrm>
            <a:off x="5029200" y="25447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65</a:t>
            </a:r>
            <a:endParaRPr sz="1400" b="0" i="0" u="none" strike="noStrike" cap="none">
              <a:solidFill>
                <a:srgbClr val="000000"/>
              </a:solidFill>
              <a:latin typeface="Arial"/>
              <a:ea typeface="Arial"/>
              <a:cs typeface="Arial"/>
              <a:sym typeface="Arial"/>
            </a:endParaRPr>
          </a:p>
        </p:txBody>
      </p:sp>
      <p:sp>
        <p:nvSpPr>
          <p:cNvPr id="774" name="Google Shape;774;p45"/>
          <p:cNvSpPr txBox="1"/>
          <p:nvPr/>
        </p:nvSpPr>
        <p:spPr>
          <a:xfrm>
            <a:off x="5257800" y="20574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31</a:t>
            </a:r>
            <a:endParaRPr sz="1400" b="0" i="0" u="none" strike="noStrike" cap="none">
              <a:solidFill>
                <a:srgbClr val="000000"/>
              </a:solidFill>
              <a:latin typeface="Arial"/>
              <a:ea typeface="Arial"/>
              <a:cs typeface="Arial"/>
              <a:sym typeface="Arial"/>
            </a:endParaRPr>
          </a:p>
        </p:txBody>
      </p:sp>
      <p:sp>
        <p:nvSpPr>
          <p:cNvPr id="775" name="Google Shape;775;p45"/>
          <p:cNvSpPr txBox="1"/>
          <p:nvPr/>
        </p:nvSpPr>
        <p:spPr>
          <a:xfrm>
            <a:off x="5867400" y="20574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57</a:t>
            </a:r>
            <a:endParaRPr sz="1400" b="0" i="0" u="none" strike="noStrike" cap="none">
              <a:solidFill>
                <a:srgbClr val="000000"/>
              </a:solidFill>
              <a:latin typeface="Arial"/>
              <a:ea typeface="Arial"/>
              <a:cs typeface="Arial"/>
              <a:sym typeface="Arial"/>
            </a:endParaRPr>
          </a:p>
        </p:txBody>
      </p:sp>
      <p:sp>
        <p:nvSpPr>
          <p:cNvPr id="776" name="Google Shape;776;p45"/>
          <p:cNvSpPr txBox="1"/>
          <p:nvPr/>
        </p:nvSpPr>
        <p:spPr>
          <a:xfrm>
            <a:off x="6172200" y="25146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26</a:t>
            </a:r>
            <a:endParaRPr sz="1400" b="0" i="0" u="none" strike="noStrike" cap="none">
              <a:solidFill>
                <a:srgbClr val="000000"/>
              </a:solidFill>
              <a:latin typeface="Arial"/>
              <a:ea typeface="Arial"/>
              <a:cs typeface="Arial"/>
              <a:sym typeface="Arial"/>
            </a:endParaRPr>
          </a:p>
        </p:txBody>
      </p:sp>
      <p:sp>
        <p:nvSpPr>
          <p:cNvPr id="777" name="Google Shape;777;p45"/>
          <p:cNvSpPr txBox="1"/>
          <p:nvPr/>
        </p:nvSpPr>
        <p:spPr>
          <a:xfrm>
            <a:off x="6553200" y="22098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75</a:t>
            </a:r>
            <a:endParaRPr sz="1400" b="0" i="0" u="none" strike="noStrike" cap="none">
              <a:solidFill>
                <a:srgbClr val="000000"/>
              </a:solidFill>
              <a:latin typeface="Arial"/>
              <a:ea typeface="Arial"/>
              <a:cs typeface="Arial"/>
              <a:sym typeface="Arial"/>
            </a:endParaRPr>
          </a:p>
        </p:txBody>
      </p:sp>
      <p:sp>
        <p:nvSpPr>
          <p:cNvPr id="778" name="Google Shape;778;p45"/>
          <p:cNvSpPr txBox="1"/>
          <p:nvPr/>
        </p:nvSpPr>
        <p:spPr>
          <a:xfrm>
            <a:off x="7086601" y="2362200"/>
            <a:ext cx="276225"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0</a:t>
            </a:r>
            <a:endParaRPr sz="1400" b="0" i="0" u="none" strike="noStrike" cap="none">
              <a:solidFill>
                <a:srgbClr val="000000"/>
              </a:solidFill>
              <a:latin typeface="Arial"/>
              <a:ea typeface="Arial"/>
              <a:cs typeface="Arial"/>
              <a:sym typeface="Arial"/>
            </a:endParaRPr>
          </a:p>
        </p:txBody>
      </p:sp>
      <p:sp>
        <p:nvSpPr>
          <p:cNvPr id="779" name="Google Shape;779;p45"/>
          <p:cNvSpPr/>
          <p:nvPr/>
        </p:nvSpPr>
        <p:spPr>
          <a:xfrm>
            <a:off x="5024439" y="2513014"/>
            <a:ext cx="384175" cy="301625"/>
          </a:xfrm>
          <a:prstGeom prst="ellipse">
            <a:avLst/>
          </a:prstGeom>
          <a:noFill/>
          <a:ln w="1905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0" name="Google Shape;780;p45"/>
          <p:cNvSpPr txBox="1"/>
          <p:nvPr/>
        </p:nvSpPr>
        <p:spPr>
          <a:xfrm>
            <a:off x="2590801" y="1905000"/>
            <a:ext cx="354013" cy="4572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S</a:t>
            </a:r>
            <a:endParaRPr sz="1400" b="0" i="0" u="none" strike="noStrike" cap="none">
              <a:solidFill>
                <a:srgbClr val="000000"/>
              </a:solidFill>
              <a:latin typeface="Arial"/>
              <a:ea typeface="Arial"/>
              <a:cs typeface="Arial"/>
              <a:sym typeface="Arial"/>
            </a:endParaRPr>
          </a:p>
        </p:txBody>
      </p:sp>
      <p:sp>
        <p:nvSpPr>
          <p:cNvPr id="781" name="Google Shape;781;p45"/>
          <p:cNvSpPr txBox="1"/>
          <p:nvPr/>
        </p:nvSpPr>
        <p:spPr>
          <a:xfrm>
            <a:off x="8458201" y="1949450"/>
            <a:ext cx="1611313" cy="33655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select pivot value</a:t>
            </a:r>
            <a:endParaRPr sz="1400" b="0" i="0" u="none" strike="noStrike" cap="none">
              <a:solidFill>
                <a:srgbClr val="000000"/>
              </a:solidFill>
              <a:latin typeface="Arial"/>
              <a:ea typeface="Arial"/>
              <a:cs typeface="Arial"/>
              <a:sym typeface="Arial"/>
            </a:endParaRPr>
          </a:p>
        </p:txBody>
      </p:sp>
      <p:sp>
        <p:nvSpPr>
          <p:cNvPr id="782" name="Google Shape;782;p45"/>
          <p:cNvSpPr/>
          <p:nvPr/>
        </p:nvSpPr>
        <p:spPr>
          <a:xfrm>
            <a:off x="3048000" y="3200400"/>
            <a:ext cx="1981200" cy="8382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3" name="Google Shape;783;p45"/>
          <p:cNvSpPr txBox="1"/>
          <p:nvPr/>
        </p:nvSpPr>
        <p:spPr>
          <a:xfrm>
            <a:off x="3124200" y="35052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13</a:t>
            </a:r>
            <a:endParaRPr sz="1400" b="0" i="0" u="none" strike="noStrike" cap="none">
              <a:solidFill>
                <a:srgbClr val="000000"/>
              </a:solidFill>
              <a:latin typeface="Arial"/>
              <a:ea typeface="Arial"/>
              <a:cs typeface="Arial"/>
              <a:sym typeface="Arial"/>
            </a:endParaRPr>
          </a:p>
        </p:txBody>
      </p:sp>
      <p:sp>
        <p:nvSpPr>
          <p:cNvPr id="784" name="Google Shape;784;p45"/>
          <p:cNvSpPr txBox="1"/>
          <p:nvPr/>
        </p:nvSpPr>
        <p:spPr>
          <a:xfrm>
            <a:off x="7391400" y="35814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81</a:t>
            </a:r>
            <a:endParaRPr sz="1400" b="0" i="0" u="none" strike="noStrike" cap="none">
              <a:solidFill>
                <a:srgbClr val="000000"/>
              </a:solidFill>
              <a:latin typeface="Arial"/>
              <a:ea typeface="Arial"/>
              <a:cs typeface="Arial"/>
              <a:sym typeface="Arial"/>
            </a:endParaRPr>
          </a:p>
        </p:txBody>
      </p:sp>
      <p:sp>
        <p:nvSpPr>
          <p:cNvPr id="785" name="Google Shape;785;p45"/>
          <p:cNvSpPr txBox="1"/>
          <p:nvPr/>
        </p:nvSpPr>
        <p:spPr>
          <a:xfrm>
            <a:off x="6400800" y="36576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92</a:t>
            </a:r>
            <a:endParaRPr sz="1400" b="0" i="0" u="none" strike="noStrike" cap="none">
              <a:solidFill>
                <a:srgbClr val="000000"/>
              </a:solidFill>
              <a:latin typeface="Arial"/>
              <a:ea typeface="Arial"/>
              <a:cs typeface="Arial"/>
              <a:sym typeface="Arial"/>
            </a:endParaRPr>
          </a:p>
        </p:txBody>
      </p:sp>
      <p:sp>
        <p:nvSpPr>
          <p:cNvPr id="786" name="Google Shape;786;p45"/>
          <p:cNvSpPr txBox="1"/>
          <p:nvPr/>
        </p:nvSpPr>
        <p:spPr>
          <a:xfrm>
            <a:off x="3886200" y="34290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43</a:t>
            </a:r>
            <a:endParaRPr sz="1400" b="0" i="0" u="none" strike="noStrike" cap="none">
              <a:solidFill>
                <a:srgbClr val="000000"/>
              </a:solidFill>
              <a:latin typeface="Arial"/>
              <a:ea typeface="Arial"/>
              <a:cs typeface="Arial"/>
              <a:sym typeface="Arial"/>
            </a:endParaRPr>
          </a:p>
        </p:txBody>
      </p:sp>
      <p:sp>
        <p:nvSpPr>
          <p:cNvPr id="787" name="Google Shape;787;p45"/>
          <p:cNvSpPr txBox="1"/>
          <p:nvPr/>
        </p:nvSpPr>
        <p:spPr>
          <a:xfrm>
            <a:off x="5414963" y="346075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65</a:t>
            </a:r>
            <a:endParaRPr sz="1400" b="0" i="0" u="none" strike="noStrike" cap="none">
              <a:solidFill>
                <a:srgbClr val="000000"/>
              </a:solidFill>
              <a:latin typeface="Arial"/>
              <a:ea typeface="Arial"/>
              <a:cs typeface="Arial"/>
              <a:sym typeface="Arial"/>
            </a:endParaRPr>
          </a:p>
        </p:txBody>
      </p:sp>
      <p:sp>
        <p:nvSpPr>
          <p:cNvPr id="788" name="Google Shape;788;p45"/>
          <p:cNvSpPr txBox="1"/>
          <p:nvPr/>
        </p:nvSpPr>
        <p:spPr>
          <a:xfrm>
            <a:off x="4419600" y="33528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31</a:t>
            </a:r>
            <a:endParaRPr sz="1400" b="0" i="0" u="none" strike="noStrike" cap="none">
              <a:solidFill>
                <a:srgbClr val="000000"/>
              </a:solidFill>
              <a:latin typeface="Arial"/>
              <a:ea typeface="Arial"/>
              <a:cs typeface="Arial"/>
              <a:sym typeface="Arial"/>
            </a:endParaRPr>
          </a:p>
        </p:txBody>
      </p:sp>
      <p:sp>
        <p:nvSpPr>
          <p:cNvPr id="789" name="Google Shape;789;p45"/>
          <p:cNvSpPr txBox="1"/>
          <p:nvPr/>
        </p:nvSpPr>
        <p:spPr>
          <a:xfrm>
            <a:off x="4191000" y="37338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57</a:t>
            </a:r>
            <a:endParaRPr sz="1400" b="0" i="0" u="none" strike="noStrike" cap="none">
              <a:solidFill>
                <a:srgbClr val="000000"/>
              </a:solidFill>
              <a:latin typeface="Arial"/>
              <a:ea typeface="Arial"/>
              <a:cs typeface="Arial"/>
              <a:sym typeface="Arial"/>
            </a:endParaRPr>
          </a:p>
        </p:txBody>
      </p:sp>
      <p:sp>
        <p:nvSpPr>
          <p:cNvPr id="790" name="Google Shape;790;p45"/>
          <p:cNvSpPr txBox="1"/>
          <p:nvPr/>
        </p:nvSpPr>
        <p:spPr>
          <a:xfrm>
            <a:off x="3581400" y="37338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26</a:t>
            </a:r>
            <a:endParaRPr sz="1400" b="0" i="0" u="none" strike="noStrike" cap="none">
              <a:solidFill>
                <a:srgbClr val="000000"/>
              </a:solidFill>
              <a:latin typeface="Arial"/>
              <a:ea typeface="Arial"/>
              <a:cs typeface="Arial"/>
              <a:sym typeface="Arial"/>
            </a:endParaRPr>
          </a:p>
        </p:txBody>
      </p:sp>
      <p:sp>
        <p:nvSpPr>
          <p:cNvPr id="791" name="Google Shape;791;p45"/>
          <p:cNvSpPr txBox="1"/>
          <p:nvPr/>
        </p:nvSpPr>
        <p:spPr>
          <a:xfrm>
            <a:off x="6934200" y="33528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75</a:t>
            </a:r>
            <a:endParaRPr sz="1400" b="0" i="0" u="none" strike="noStrike" cap="none">
              <a:solidFill>
                <a:srgbClr val="000000"/>
              </a:solidFill>
              <a:latin typeface="Arial"/>
              <a:ea typeface="Arial"/>
              <a:cs typeface="Arial"/>
              <a:sym typeface="Arial"/>
            </a:endParaRPr>
          </a:p>
        </p:txBody>
      </p:sp>
      <p:sp>
        <p:nvSpPr>
          <p:cNvPr id="792" name="Google Shape;792;p45"/>
          <p:cNvSpPr txBox="1"/>
          <p:nvPr/>
        </p:nvSpPr>
        <p:spPr>
          <a:xfrm>
            <a:off x="3581401" y="3276600"/>
            <a:ext cx="276225"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0</a:t>
            </a:r>
            <a:endParaRPr sz="1400" b="0" i="0" u="none" strike="noStrike" cap="none">
              <a:solidFill>
                <a:srgbClr val="000000"/>
              </a:solidFill>
              <a:latin typeface="Arial"/>
              <a:ea typeface="Arial"/>
              <a:cs typeface="Arial"/>
              <a:sym typeface="Arial"/>
            </a:endParaRPr>
          </a:p>
        </p:txBody>
      </p:sp>
      <p:sp>
        <p:nvSpPr>
          <p:cNvPr id="793" name="Google Shape;793;p45"/>
          <p:cNvSpPr/>
          <p:nvPr/>
        </p:nvSpPr>
        <p:spPr>
          <a:xfrm>
            <a:off x="5410201" y="3429001"/>
            <a:ext cx="384175" cy="301625"/>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4" name="Google Shape;794;p45"/>
          <p:cNvSpPr txBox="1"/>
          <p:nvPr/>
        </p:nvSpPr>
        <p:spPr>
          <a:xfrm>
            <a:off x="2743201" y="3048000"/>
            <a:ext cx="455613" cy="4572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S</a:t>
            </a:r>
            <a:r>
              <a:rPr lang="en-US" sz="2400" b="0" i="0" u="none" strike="noStrike" cap="none" baseline="-25000">
                <a:solidFill>
                  <a:schemeClr val="dk1"/>
                </a:solidFill>
                <a:latin typeface="Times New Roman"/>
                <a:ea typeface="Times New Roman"/>
                <a:cs typeface="Times New Roman"/>
                <a:sym typeface="Times New Roman"/>
              </a:rPr>
              <a:t>1</a:t>
            </a:r>
            <a:endParaRPr sz="2400" b="1" i="0" u="none" strike="noStrike" cap="none">
              <a:solidFill>
                <a:schemeClr val="dk1"/>
              </a:solidFill>
              <a:latin typeface="Times New Roman"/>
              <a:ea typeface="Times New Roman"/>
              <a:cs typeface="Times New Roman"/>
              <a:sym typeface="Times New Roman"/>
            </a:endParaRPr>
          </a:p>
        </p:txBody>
      </p:sp>
      <p:sp>
        <p:nvSpPr>
          <p:cNvPr id="795" name="Google Shape;795;p45"/>
          <p:cNvSpPr/>
          <p:nvPr/>
        </p:nvSpPr>
        <p:spPr>
          <a:xfrm>
            <a:off x="6096000" y="3276600"/>
            <a:ext cx="1981200" cy="8382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6" name="Google Shape;796;p45"/>
          <p:cNvSpPr txBox="1"/>
          <p:nvPr/>
        </p:nvSpPr>
        <p:spPr>
          <a:xfrm>
            <a:off x="5867401" y="3048000"/>
            <a:ext cx="455613" cy="4572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S</a:t>
            </a:r>
            <a:r>
              <a:rPr lang="en-US" sz="2400" b="0" i="0" u="none" strike="noStrike" cap="none" baseline="-25000">
                <a:solidFill>
                  <a:schemeClr val="dk1"/>
                </a:solidFill>
                <a:latin typeface="Times New Roman"/>
                <a:ea typeface="Times New Roman"/>
                <a:cs typeface="Times New Roman"/>
                <a:sym typeface="Times New Roman"/>
              </a:rPr>
              <a:t>2</a:t>
            </a:r>
            <a:endParaRPr sz="2400" b="1" i="0" u="none" strike="noStrike" cap="none">
              <a:solidFill>
                <a:schemeClr val="dk1"/>
              </a:solidFill>
              <a:latin typeface="Times New Roman"/>
              <a:ea typeface="Times New Roman"/>
              <a:cs typeface="Times New Roman"/>
              <a:sym typeface="Times New Roman"/>
            </a:endParaRPr>
          </a:p>
        </p:txBody>
      </p:sp>
      <p:sp>
        <p:nvSpPr>
          <p:cNvPr id="797" name="Google Shape;797;p45"/>
          <p:cNvSpPr txBox="1"/>
          <p:nvPr/>
        </p:nvSpPr>
        <p:spPr>
          <a:xfrm>
            <a:off x="8485188" y="3092450"/>
            <a:ext cx="1039812" cy="33655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partition </a:t>
            </a:r>
            <a:r>
              <a:rPr lang="en-US" sz="1600" b="1" i="0" u="none" strike="noStrike" cap="none">
                <a:solidFill>
                  <a:schemeClr val="dk1"/>
                </a:solidFill>
                <a:latin typeface="Times New Roman"/>
                <a:ea typeface="Times New Roman"/>
                <a:cs typeface="Times New Roman"/>
                <a:sym typeface="Times New Roman"/>
              </a:rPr>
              <a:t>S</a:t>
            </a:r>
            <a:endParaRPr sz="1400" b="0" i="0" u="none" strike="noStrike" cap="none">
              <a:solidFill>
                <a:srgbClr val="000000"/>
              </a:solidFill>
              <a:latin typeface="Arial"/>
              <a:ea typeface="Arial"/>
              <a:cs typeface="Arial"/>
              <a:sym typeface="Arial"/>
            </a:endParaRPr>
          </a:p>
        </p:txBody>
      </p:sp>
      <p:sp>
        <p:nvSpPr>
          <p:cNvPr id="798" name="Google Shape;798;p45"/>
          <p:cNvSpPr/>
          <p:nvPr/>
        </p:nvSpPr>
        <p:spPr>
          <a:xfrm>
            <a:off x="2743200" y="4695825"/>
            <a:ext cx="2311400" cy="3810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9" name="Google Shape;799;p45"/>
          <p:cNvSpPr txBox="1"/>
          <p:nvPr/>
        </p:nvSpPr>
        <p:spPr>
          <a:xfrm>
            <a:off x="31623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13</a:t>
            </a:r>
            <a:endParaRPr sz="1400" b="0" i="0" u="none" strike="noStrike" cap="none">
              <a:solidFill>
                <a:srgbClr val="000000"/>
              </a:solidFill>
              <a:latin typeface="Arial"/>
              <a:ea typeface="Arial"/>
              <a:cs typeface="Arial"/>
              <a:sym typeface="Arial"/>
            </a:endParaRPr>
          </a:p>
        </p:txBody>
      </p:sp>
      <p:sp>
        <p:nvSpPr>
          <p:cNvPr id="800" name="Google Shape;800;p45"/>
          <p:cNvSpPr txBox="1"/>
          <p:nvPr/>
        </p:nvSpPr>
        <p:spPr>
          <a:xfrm>
            <a:off x="40767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43</a:t>
            </a:r>
            <a:endParaRPr sz="1400" b="0" i="0" u="none" strike="noStrike" cap="none">
              <a:solidFill>
                <a:srgbClr val="000000"/>
              </a:solidFill>
              <a:latin typeface="Arial"/>
              <a:ea typeface="Arial"/>
              <a:cs typeface="Arial"/>
              <a:sym typeface="Arial"/>
            </a:endParaRPr>
          </a:p>
        </p:txBody>
      </p:sp>
      <p:sp>
        <p:nvSpPr>
          <p:cNvPr id="801" name="Google Shape;801;p45"/>
          <p:cNvSpPr txBox="1"/>
          <p:nvPr/>
        </p:nvSpPr>
        <p:spPr>
          <a:xfrm>
            <a:off x="37592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31</a:t>
            </a:r>
            <a:endParaRPr sz="1400" b="0" i="0" u="none" strike="noStrike" cap="none">
              <a:solidFill>
                <a:srgbClr val="000000"/>
              </a:solidFill>
              <a:latin typeface="Arial"/>
              <a:ea typeface="Arial"/>
              <a:cs typeface="Arial"/>
              <a:sym typeface="Arial"/>
            </a:endParaRPr>
          </a:p>
        </p:txBody>
      </p:sp>
      <p:sp>
        <p:nvSpPr>
          <p:cNvPr id="802" name="Google Shape;802;p45"/>
          <p:cNvSpPr txBox="1"/>
          <p:nvPr/>
        </p:nvSpPr>
        <p:spPr>
          <a:xfrm>
            <a:off x="43815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57</a:t>
            </a:r>
            <a:endParaRPr sz="1400" b="0" i="0" u="none" strike="noStrike" cap="none">
              <a:solidFill>
                <a:srgbClr val="000000"/>
              </a:solidFill>
              <a:latin typeface="Arial"/>
              <a:ea typeface="Arial"/>
              <a:cs typeface="Arial"/>
              <a:sym typeface="Arial"/>
            </a:endParaRPr>
          </a:p>
        </p:txBody>
      </p:sp>
      <p:sp>
        <p:nvSpPr>
          <p:cNvPr id="803" name="Google Shape;803;p45"/>
          <p:cNvSpPr txBox="1"/>
          <p:nvPr/>
        </p:nvSpPr>
        <p:spPr>
          <a:xfrm>
            <a:off x="34544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26</a:t>
            </a:r>
            <a:endParaRPr sz="1400" b="0" i="0" u="none" strike="noStrike" cap="none">
              <a:solidFill>
                <a:srgbClr val="000000"/>
              </a:solidFill>
              <a:latin typeface="Arial"/>
              <a:ea typeface="Arial"/>
              <a:cs typeface="Arial"/>
              <a:sym typeface="Arial"/>
            </a:endParaRPr>
          </a:p>
        </p:txBody>
      </p:sp>
      <p:sp>
        <p:nvSpPr>
          <p:cNvPr id="804" name="Google Shape;804;p45"/>
          <p:cNvSpPr txBox="1"/>
          <p:nvPr/>
        </p:nvSpPr>
        <p:spPr>
          <a:xfrm>
            <a:off x="2949576" y="4754564"/>
            <a:ext cx="276225"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0</a:t>
            </a:r>
            <a:endParaRPr sz="1400" b="0" i="0" u="none" strike="noStrike" cap="none">
              <a:solidFill>
                <a:srgbClr val="000000"/>
              </a:solidFill>
              <a:latin typeface="Arial"/>
              <a:ea typeface="Arial"/>
              <a:cs typeface="Arial"/>
              <a:sym typeface="Arial"/>
            </a:endParaRPr>
          </a:p>
        </p:txBody>
      </p:sp>
      <p:sp>
        <p:nvSpPr>
          <p:cNvPr id="805" name="Google Shape;805;p45"/>
          <p:cNvSpPr txBox="1"/>
          <p:nvPr/>
        </p:nvSpPr>
        <p:spPr>
          <a:xfrm>
            <a:off x="2667001" y="4267200"/>
            <a:ext cx="455613" cy="4572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S</a:t>
            </a:r>
            <a:r>
              <a:rPr lang="en-US" sz="2400" b="0" i="0" u="none" strike="noStrike" cap="none" baseline="-25000">
                <a:solidFill>
                  <a:schemeClr val="dk1"/>
                </a:solidFill>
                <a:latin typeface="Times New Roman"/>
                <a:ea typeface="Times New Roman"/>
                <a:cs typeface="Times New Roman"/>
                <a:sym typeface="Times New Roman"/>
              </a:rPr>
              <a:t>1</a:t>
            </a:r>
            <a:endParaRPr sz="2400" b="1" i="0" u="none" strike="noStrike" cap="none">
              <a:solidFill>
                <a:schemeClr val="dk1"/>
              </a:solidFill>
              <a:latin typeface="Times New Roman"/>
              <a:ea typeface="Times New Roman"/>
              <a:cs typeface="Times New Roman"/>
              <a:sym typeface="Times New Roman"/>
            </a:endParaRPr>
          </a:p>
        </p:txBody>
      </p:sp>
      <p:sp>
        <p:nvSpPr>
          <p:cNvPr id="806" name="Google Shape;806;p45"/>
          <p:cNvSpPr txBox="1"/>
          <p:nvPr/>
        </p:nvSpPr>
        <p:spPr>
          <a:xfrm>
            <a:off x="66548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81</a:t>
            </a:r>
            <a:endParaRPr sz="1400" b="0" i="0" u="none" strike="noStrike" cap="none">
              <a:solidFill>
                <a:srgbClr val="000000"/>
              </a:solidFill>
              <a:latin typeface="Arial"/>
              <a:ea typeface="Arial"/>
              <a:cs typeface="Arial"/>
              <a:sym typeface="Arial"/>
            </a:endParaRPr>
          </a:p>
        </p:txBody>
      </p:sp>
      <p:sp>
        <p:nvSpPr>
          <p:cNvPr id="807" name="Google Shape;807;p45"/>
          <p:cNvSpPr txBox="1"/>
          <p:nvPr/>
        </p:nvSpPr>
        <p:spPr>
          <a:xfrm>
            <a:off x="70358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92</a:t>
            </a:r>
            <a:endParaRPr sz="1400" b="0" i="0" u="none" strike="noStrike" cap="none">
              <a:solidFill>
                <a:srgbClr val="000000"/>
              </a:solidFill>
              <a:latin typeface="Arial"/>
              <a:ea typeface="Arial"/>
              <a:cs typeface="Arial"/>
              <a:sym typeface="Arial"/>
            </a:endParaRPr>
          </a:p>
        </p:txBody>
      </p:sp>
      <p:sp>
        <p:nvSpPr>
          <p:cNvPr id="808" name="Google Shape;808;p45"/>
          <p:cNvSpPr txBox="1"/>
          <p:nvPr/>
        </p:nvSpPr>
        <p:spPr>
          <a:xfrm>
            <a:off x="62738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75</a:t>
            </a:r>
            <a:endParaRPr sz="1400" b="0" i="0" u="none" strike="noStrike" cap="none">
              <a:solidFill>
                <a:srgbClr val="000000"/>
              </a:solidFill>
              <a:latin typeface="Arial"/>
              <a:ea typeface="Arial"/>
              <a:cs typeface="Arial"/>
              <a:sym typeface="Arial"/>
            </a:endParaRPr>
          </a:p>
        </p:txBody>
      </p:sp>
      <p:sp>
        <p:nvSpPr>
          <p:cNvPr id="809" name="Google Shape;809;p45"/>
          <p:cNvSpPr/>
          <p:nvPr/>
        </p:nvSpPr>
        <p:spPr>
          <a:xfrm>
            <a:off x="6045200" y="4648200"/>
            <a:ext cx="1600200" cy="4572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0" name="Google Shape;810;p45"/>
          <p:cNvSpPr txBox="1"/>
          <p:nvPr/>
        </p:nvSpPr>
        <p:spPr>
          <a:xfrm>
            <a:off x="5360988" y="4756150"/>
            <a:ext cx="368300" cy="27463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65</a:t>
            </a:r>
            <a:endParaRPr sz="1400" b="0" i="0" u="none" strike="noStrike" cap="none">
              <a:solidFill>
                <a:srgbClr val="000000"/>
              </a:solidFill>
              <a:latin typeface="Arial"/>
              <a:ea typeface="Arial"/>
              <a:cs typeface="Arial"/>
              <a:sym typeface="Arial"/>
            </a:endParaRPr>
          </a:p>
        </p:txBody>
      </p:sp>
      <p:sp>
        <p:nvSpPr>
          <p:cNvPr id="811" name="Google Shape;811;p45"/>
          <p:cNvSpPr/>
          <p:nvPr/>
        </p:nvSpPr>
        <p:spPr>
          <a:xfrm>
            <a:off x="5356226" y="4724401"/>
            <a:ext cx="384175" cy="301625"/>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2" name="Google Shape;812;p45"/>
          <p:cNvSpPr txBox="1"/>
          <p:nvPr/>
        </p:nvSpPr>
        <p:spPr>
          <a:xfrm>
            <a:off x="5867401" y="4267200"/>
            <a:ext cx="455613" cy="4572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S</a:t>
            </a:r>
            <a:r>
              <a:rPr lang="en-US" sz="2400" b="0" i="0" u="none" strike="noStrike" cap="none" baseline="-25000">
                <a:solidFill>
                  <a:schemeClr val="dk1"/>
                </a:solidFill>
                <a:latin typeface="Times New Roman"/>
                <a:ea typeface="Times New Roman"/>
                <a:cs typeface="Times New Roman"/>
                <a:sym typeface="Times New Roman"/>
              </a:rPr>
              <a:t>2</a:t>
            </a:r>
            <a:endParaRPr sz="2400" b="1" i="0" u="none" strike="noStrike" cap="none">
              <a:solidFill>
                <a:schemeClr val="dk1"/>
              </a:solidFill>
              <a:latin typeface="Times New Roman"/>
              <a:ea typeface="Times New Roman"/>
              <a:cs typeface="Times New Roman"/>
              <a:sym typeface="Times New Roman"/>
            </a:endParaRPr>
          </a:p>
        </p:txBody>
      </p:sp>
      <p:sp>
        <p:nvSpPr>
          <p:cNvPr id="813" name="Google Shape;813;p45"/>
          <p:cNvSpPr txBox="1"/>
          <p:nvPr/>
        </p:nvSpPr>
        <p:spPr>
          <a:xfrm>
            <a:off x="8458200" y="4144964"/>
            <a:ext cx="1684338" cy="581025"/>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QuickSort(S</a:t>
            </a:r>
            <a:r>
              <a:rPr lang="en-US" sz="1600" b="0" i="0" u="none" strike="noStrike" cap="none" baseline="-25000">
                <a:solidFill>
                  <a:schemeClr val="dk1"/>
                </a:solidFill>
                <a:latin typeface="Times New Roman"/>
                <a:ea typeface="Times New Roman"/>
                <a:cs typeface="Times New Roman"/>
                <a:sym typeface="Times New Roman"/>
              </a:rPr>
              <a:t>1</a:t>
            </a:r>
            <a:r>
              <a:rPr lang="en-US" sz="1600" b="0" i="0" u="none" strike="noStrike" cap="none">
                <a:solidFill>
                  <a:schemeClr val="dk1"/>
                </a:solidFill>
                <a:latin typeface="Times New Roman"/>
                <a:ea typeface="Times New Roman"/>
                <a:cs typeface="Times New Roman"/>
                <a:sym typeface="Times New Roman"/>
              </a:rPr>
              <a:t>) and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QuickSort(S</a:t>
            </a:r>
            <a:r>
              <a:rPr lang="en-US" sz="1600" b="0" i="0" u="none" strike="noStrike" cap="none" baseline="-25000">
                <a:solidFill>
                  <a:schemeClr val="dk1"/>
                </a:solidFill>
                <a:latin typeface="Times New Roman"/>
                <a:ea typeface="Times New Roman"/>
                <a:cs typeface="Times New Roman"/>
                <a:sym typeface="Times New Roman"/>
              </a:rPr>
              <a:t>2</a:t>
            </a:r>
            <a:r>
              <a:rPr lang="en-US" sz="16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814" name="Google Shape;814;p45"/>
          <p:cNvSpPr/>
          <p:nvPr/>
        </p:nvSpPr>
        <p:spPr>
          <a:xfrm>
            <a:off x="3352800" y="5672138"/>
            <a:ext cx="3683000" cy="3810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5" name="Google Shape;815;p45"/>
          <p:cNvSpPr txBox="1"/>
          <p:nvPr/>
        </p:nvSpPr>
        <p:spPr>
          <a:xfrm>
            <a:off x="37719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13</a:t>
            </a:r>
            <a:endParaRPr sz="1400" b="0" i="0" u="none" strike="noStrike" cap="none">
              <a:solidFill>
                <a:srgbClr val="000000"/>
              </a:solidFill>
              <a:latin typeface="Arial"/>
              <a:ea typeface="Arial"/>
              <a:cs typeface="Arial"/>
              <a:sym typeface="Arial"/>
            </a:endParaRPr>
          </a:p>
        </p:txBody>
      </p:sp>
      <p:sp>
        <p:nvSpPr>
          <p:cNvPr id="816" name="Google Shape;816;p45"/>
          <p:cNvSpPr txBox="1"/>
          <p:nvPr/>
        </p:nvSpPr>
        <p:spPr>
          <a:xfrm>
            <a:off x="46863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43</a:t>
            </a:r>
            <a:endParaRPr sz="1400" b="0" i="0" u="none" strike="noStrike" cap="none">
              <a:solidFill>
                <a:srgbClr val="000000"/>
              </a:solidFill>
              <a:latin typeface="Arial"/>
              <a:ea typeface="Arial"/>
              <a:cs typeface="Arial"/>
              <a:sym typeface="Arial"/>
            </a:endParaRPr>
          </a:p>
        </p:txBody>
      </p:sp>
      <p:sp>
        <p:nvSpPr>
          <p:cNvPr id="817" name="Google Shape;817;p45"/>
          <p:cNvSpPr txBox="1"/>
          <p:nvPr/>
        </p:nvSpPr>
        <p:spPr>
          <a:xfrm>
            <a:off x="43688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31</a:t>
            </a:r>
            <a:endParaRPr sz="1400" b="0" i="0" u="none" strike="noStrike" cap="none">
              <a:solidFill>
                <a:srgbClr val="000000"/>
              </a:solidFill>
              <a:latin typeface="Arial"/>
              <a:ea typeface="Arial"/>
              <a:cs typeface="Arial"/>
              <a:sym typeface="Arial"/>
            </a:endParaRPr>
          </a:p>
        </p:txBody>
      </p:sp>
      <p:sp>
        <p:nvSpPr>
          <p:cNvPr id="818" name="Google Shape;818;p45"/>
          <p:cNvSpPr txBox="1"/>
          <p:nvPr/>
        </p:nvSpPr>
        <p:spPr>
          <a:xfrm>
            <a:off x="49911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57</a:t>
            </a:r>
            <a:endParaRPr sz="1400" b="0" i="0" u="none" strike="noStrike" cap="none">
              <a:solidFill>
                <a:srgbClr val="000000"/>
              </a:solidFill>
              <a:latin typeface="Arial"/>
              <a:ea typeface="Arial"/>
              <a:cs typeface="Arial"/>
              <a:sym typeface="Arial"/>
            </a:endParaRPr>
          </a:p>
        </p:txBody>
      </p:sp>
      <p:sp>
        <p:nvSpPr>
          <p:cNvPr id="819" name="Google Shape;819;p45"/>
          <p:cNvSpPr txBox="1"/>
          <p:nvPr/>
        </p:nvSpPr>
        <p:spPr>
          <a:xfrm>
            <a:off x="40640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26</a:t>
            </a:r>
            <a:endParaRPr sz="1400" b="0" i="0" u="none" strike="noStrike" cap="none">
              <a:solidFill>
                <a:srgbClr val="000000"/>
              </a:solidFill>
              <a:latin typeface="Arial"/>
              <a:ea typeface="Arial"/>
              <a:cs typeface="Arial"/>
              <a:sym typeface="Arial"/>
            </a:endParaRPr>
          </a:p>
        </p:txBody>
      </p:sp>
      <p:sp>
        <p:nvSpPr>
          <p:cNvPr id="820" name="Google Shape;820;p45"/>
          <p:cNvSpPr txBox="1"/>
          <p:nvPr/>
        </p:nvSpPr>
        <p:spPr>
          <a:xfrm>
            <a:off x="3559176" y="5745164"/>
            <a:ext cx="276225"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0</a:t>
            </a:r>
            <a:endParaRPr sz="1400" b="0" i="0" u="none" strike="noStrike" cap="none">
              <a:solidFill>
                <a:srgbClr val="000000"/>
              </a:solidFill>
              <a:latin typeface="Arial"/>
              <a:ea typeface="Arial"/>
              <a:cs typeface="Arial"/>
              <a:sym typeface="Arial"/>
            </a:endParaRPr>
          </a:p>
        </p:txBody>
      </p:sp>
      <p:sp>
        <p:nvSpPr>
          <p:cNvPr id="821" name="Google Shape;821;p45"/>
          <p:cNvSpPr txBox="1"/>
          <p:nvPr/>
        </p:nvSpPr>
        <p:spPr>
          <a:xfrm>
            <a:off x="53594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65</a:t>
            </a:r>
            <a:endParaRPr sz="1400" b="0" i="0" u="none" strike="noStrike" cap="none">
              <a:solidFill>
                <a:srgbClr val="000000"/>
              </a:solidFill>
              <a:latin typeface="Arial"/>
              <a:ea typeface="Arial"/>
              <a:cs typeface="Arial"/>
              <a:sym typeface="Arial"/>
            </a:endParaRPr>
          </a:p>
        </p:txBody>
      </p:sp>
      <p:sp>
        <p:nvSpPr>
          <p:cNvPr id="822" name="Google Shape;822;p45"/>
          <p:cNvSpPr txBox="1"/>
          <p:nvPr/>
        </p:nvSpPr>
        <p:spPr>
          <a:xfrm>
            <a:off x="61341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81</a:t>
            </a:r>
            <a:endParaRPr sz="1400" b="0" i="0" u="none" strike="noStrike" cap="none">
              <a:solidFill>
                <a:srgbClr val="000000"/>
              </a:solidFill>
              <a:latin typeface="Arial"/>
              <a:ea typeface="Arial"/>
              <a:cs typeface="Arial"/>
              <a:sym typeface="Arial"/>
            </a:endParaRPr>
          </a:p>
        </p:txBody>
      </p:sp>
      <p:sp>
        <p:nvSpPr>
          <p:cNvPr id="823" name="Google Shape;823;p45"/>
          <p:cNvSpPr txBox="1"/>
          <p:nvPr/>
        </p:nvSpPr>
        <p:spPr>
          <a:xfrm>
            <a:off x="65151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92</a:t>
            </a:r>
            <a:endParaRPr sz="1400" b="0" i="0" u="none" strike="noStrike" cap="none">
              <a:solidFill>
                <a:srgbClr val="000000"/>
              </a:solidFill>
              <a:latin typeface="Arial"/>
              <a:ea typeface="Arial"/>
              <a:cs typeface="Arial"/>
              <a:sym typeface="Arial"/>
            </a:endParaRPr>
          </a:p>
        </p:txBody>
      </p:sp>
      <p:sp>
        <p:nvSpPr>
          <p:cNvPr id="824" name="Google Shape;824;p45"/>
          <p:cNvSpPr txBox="1"/>
          <p:nvPr/>
        </p:nvSpPr>
        <p:spPr>
          <a:xfrm>
            <a:off x="57531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Courier New"/>
                <a:ea typeface="Courier New"/>
                <a:cs typeface="Courier New"/>
                <a:sym typeface="Courier New"/>
              </a:rPr>
              <a:t>75</a:t>
            </a:r>
            <a:endParaRPr sz="1400" b="0" i="0" u="none" strike="noStrike" cap="none">
              <a:solidFill>
                <a:srgbClr val="000000"/>
              </a:solidFill>
              <a:latin typeface="Arial"/>
              <a:ea typeface="Arial"/>
              <a:cs typeface="Arial"/>
              <a:sym typeface="Arial"/>
            </a:endParaRPr>
          </a:p>
        </p:txBody>
      </p:sp>
      <p:sp>
        <p:nvSpPr>
          <p:cNvPr id="825" name="Google Shape;825;p45"/>
          <p:cNvSpPr txBox="1"/>
          <p:nvPr/>
        </p:nvSpPr>
        <p:spPr>
          <a:xfrm>
            <a:off x="2922588" y="5562600"/>
            <a:ext cx="354012" cy="4572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S</a:t>
            </a:r>
            <a:endParaRPr sz="1400" b="0" i="0" u="none" strike="noStrike" cap="none">
              <a:solidFill>
                <a:srgbClr val="000000"/>
              </a:solidFill>
              <a:latin typeface="Arial"/>
              <a:ea typeface="Arial"/>
              <a:cs typeface="Arial"/>
              <a:sym typeface="Arial"/>
            </a:endParaRPr>
          </a:p>
        </p:txBody>
      </p:sp>
      <p:sp>
        <p:nvSpPr>
          <p:cNvPr id="826" name="Google Shape;826;p45"/>
          <p:cNvSpPr txBox="1"/>
          <p:nvPr/>
        </p:nvSpPr>
        <p:spPr>
          <a:xfrm>
            <a:off x="8510588" y="5715000"/>
            <a:ext cx="1655762" cy="33655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Voila!  </a:t>
            </a:r>
            <a:r>
              <a:rPr lang="en-US" sz="1600" b="1" i="0" u="none" strike="noStrike" cap="none">
                <a:solidFill>
                  <a:schemeClr val="dk1"/>
                </a:solidFill>
                <a:latin typeface="Times New Roman"/>
                <a:ea typeface="Times New Roman"/>
                <a:cs typeface="Times New Roman"/>
                <a:sym typeface="Times New Roman"/>
              </a:rPr>
              <a:t>S</a:t>
            </a:r>
            <a:r>
              <a:rPr lang="en-US" sz="1600" b="0" i="0" u="none" strike="noStrike" cap="none">
                <a:solidFill>
                  <a:schemeClr val="dk1"/>
                </a:solidFill>
                <a:latin typeface="Times New Roman"/>
                <a:ea typeface="Times New Roman"/>
                <a:cs typeface="Times New Roman"/>
                <a:sym typeface="Times New Roman"/>
              </a:rPr>
              <a:t> is sorted</a:t>
            </a:r>
            <a:endParaRPr sz="1400" b="0" i="0" u="none" strike="noStrike" cap="none">
              <a:solidFill>
                <a:srgbClr val="000000"/>
              </a:solidFill>
              <a:latin typeface="Arial"/>
              <a:ea typeface="Arial"/>
              <a:cs typeface="Arial"/>
              <a:sym typeface="Arial"/>
            </a:endParaRPr>
          </a:p>
        </p:txBody>
      </p:sp>
      <p:sp>
        <p:nvSpPr>
          <p:cNvPr id="827" name="Google Shape;827;p45"/>
          <p:cNvSpPr/>
          <p:nvPr/>
        </p:nvSpPr>
        <p:spPr>
          <a:xfrm>
            <a:off x="5402264" y="2133601"/>
            <a:ext cx="2979737" cy="396875"/>
          </a:xfrm>
          <a:custGeom>
            <a:avLst/>
            <a:gdLst/>
            <a:ahLst/>
            <a:cxnLst/>
            <a:rect l="l" t="t" r="r" b="b"/>
            <a:pathLst>
              <a:path w="1877" h="250" extrusionOk="0">
                <a:moveTo>
                  <a:pt x="1877" y="0"/>
                </a:moveTo>
                <a:cubicBezTo>
                  <a:pt x="1664" y="13"/>
                  <a:pt x="913" y="37"/>
                  <a:pt x="600" y="79"/>
                </a:cubicBezTo>
                <a:cubicBezTo>
                  <a:pt x="287" y="121"/>
                  <a:pt x="125" y="215"/>
                  <a:pt x="0" y="250"/>
                </a:cubicBezTo>
              </a:path>
            </a:pathLst>
          </a:custGeom>
          <a:noFill/>
          <a:ln w="1905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28" name="Google Shape;828;p45"/>
          <p:cNvSpPr/>
          <p:nvPr/>
        </p:nvSpPr>
        <p:spPr>
          <a:xfrm>
            <a:off x="8991600" y="2438400"/>
            <a:ext cx="381000" cy="381000"/>
          </a:xfrm>
          <a:prstGeom prst="downArrow">
            <a:avLst>
              <a:gd name="adj1" fmla="val 50000"/>
              <a:gd name="adj2" fmla="val 35833"/>
            </a:avLst>
          </a:prstGeom>
          <a:noFill/>
          <a:ln w="9525"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29" name="Google Shape;829;p45"/>
          <p:cNvSpPr/>
          <p:nvPr/>
        </p:nvSpPr>
        <p:spPr>
          <a:xfrm>
            <a:off x="8991600" y="3581400"/>
            <a:ext cx="381000" cy="381000"/>
          </a:xfrm>
          <a:prstGeom prst="downArrow">
            <a:avLst>
              <a:gd name="adj1" fmla="val 50000"/>
              <a:gd name="adj2" fmla="val 35833"/>
            </a:avLst>
          </a:prstGeom>
          <a:noFill/>
          <a:ln w="9525"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30" name="Google Shape;830;p45"/>
          <p:cNvSpPr/>
          <p:nvPr/>
        </p:nvSpPr>
        <p:spPr>
          <a:xfrm>
            <a:off x="8991600" y="5105400"/>
            <a:ext cx="381000" cy="381000"/>
          </a:xfrm>
          <a:prstGeom prst="downArrow">
            <a:avLst>
              <a:gd name="adj1" fmla="val 50000"/>
              <a:gd name="adj2" fmla="val 35833"/>
            </a:avLst>
          </a:prstGeom>
          <a:noFill/>
          <a:ln w="9525"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31" name="Google Shape;831;p45"/>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solidFill>
                  <a:srgbClr val="C00000"/>
                </a:solidFill>
              </a:rPr>
              <a:t>REF BOOK: INTERNET</a:t>
            </a:r>
            <a:endParaRPr>
              <a:solidFill>
                <a:srgbClr val="C0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4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Quicksort Analysis</a:t>
            </a:r>
            <a:endParaRPr/>
          </a:p>
        </p:txBody>
      </p:sp>
      <p:sp>
        <p:nvSpPr>
          <p:cNvPr id="838" name="Google Shape;838;p4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l" rtl="0">
              <a:lnSpc>
                <a:spcPct val="90000"/>
              </a:lnSpc>
              <a:spcBef>
                <a:spcPts val="0"/>
              </a:spcBef>
              <a:spcAft>
                <a:spcPts val="0"/>
              </a:spcAft>
              <a:buSzPts val="2000"/>
              <a:buChar char=" "/>
            </a:pPr>
            <a:r>
              <a:rPr lang="en-US">
                <a:latin typeface="Times New Roman"/>
                <a:ea typeface="Times New Roman"/>
                <a:cs typeface="Times New Roman"/>
                <a:sym typeface="Times New Roman"/>
              </a:rPr>
              <a:t>Assumptions:</a:t>
            </a:r>
            <a:endParaRPr/>
          </a:p>
          <a:p>
            <a:pPr marL="384048" lvl="1" indent="-182880" algn="l" rtl="0">
              <a:lnSpc>
                <a:spcPct val="90000"/>
              </a:lnSpc>
              <a:spcBef>
                <a:spcPts val="400"/>
              </a:spcBef>
              <a:spcAft>
                <a:spcPts val="0"/>
              </a:spcAft>
              <a:buSzPts val="2000"/>
              <a:buChar char="◦"/>
            </a:pPr>
            <a:r>
              <a:rPr lang="en-US" sz="2000">
                <a:latin typeface="Times New Roman"/>
                <a:ea typeface="Times New Roman"/>
                <a:cs typeface="Times New Roman"/>
                <a:sym typeface="Times New Roman"/>
              </a:rPr>
              <a:t>A random pivot (no median-of-three partitioning)</a:t>
            </a:r>
            <a:endParaRPr/>
          </a:p>
          <a:p>
            <a:pPr marL="384048" lvl="1" indent="-182880" algn="l" rtl="0">
              <a:lnSpc>
                <a:spcPct val="90000"/>
              </a:lnSpc>
              <a:spcBef>
                <a:spcPts val="600"/>
              </a:spcBef>
              <a:spcAft>
                <a:spcPts val="0"/>
              </a:spcAft>
              <a:buSzPts val="2000"/>
              <a:buChar char="◦"/>
            </a:pPr>
            <a:r>
              <a:rPr lang="en-US" sz="2000">
                <a:latin typeface="Times New Roman"/>
                <a:ea typeface="Times New Roman"/>
                <a:cs typeface="Times New Roman"/>
                <a:sym typeface="Times New Roman"/>
              </a:rPr>
              <a:t>No cutoff for small arrays</a:t>
            </a:r>
            <a:endParaRPr/>
          </a:p>
          <a:p>
            <a:pPr marL="91440" lvl="0" indent="-91440" algn="l" rtl="0">
              <a:lnSpc>
                <a:spcPct val="90000"/>
              </a:lnSpc>
              <a:spcBef>
                <a:spcPts val="1600"/>
              </a:spcBef>
              <a:spcAft>
                <a:spcPts val="0"/>
              </a:spcAft>
              <a:buSzPts val="2000"/>
              <a:buChar char=" "/>
            </a:pPr>
            <a:r>
              <a:rPr lang="en-US">
                <a:latin typeface="Times New Roman"/>
                <a:ea typeface="Times New Roman"/>
                <a:cs typeface="Times New Roman"/>
                <a:sym typeface="Times New Roman"/>
              </a:rPr>
              <a:t>Running time</a:t>
            </a:r>
            <a:endParaRPr/>
          </a:p>
          <a:p>
            <a:pPr marL="384048" lvl="1" indent="-182880" algn="l" rtl="0">
              <a:lnSpc>
                <a:spcPct val="90000"/>
              </a:lnSpc>
              <a:spcBef>
                <a:spcPts val="400"/>
              </a:spcBef>
              <a:spcAft>
                <a:spcPts val="0"/>
              </a:spcAft>
              <a:buSzPts val="2000"/>
              <a:buChar char="◦"/>
            </a:pPr>
            <a:r>
              <a:rPr lang="en-US" sz="2000">
                <a:latin typeface="Times New Roman"/>
                <a:ea typeface="Times New Roman"/>
                <a:cs typeface="Times New Roman"/>
                <a:sym typeface="Times New Roman"/>
              </a:rPr>
              <a:t>pivot selection: constant time, i.e. O(1)</a:t>
            </a:r>
            <a:endParaRPr/>
          </a:p>
          <a:p>
            <a:pPr marL="384048" lvl="1" indent="-182880" algn="l" rtl="0">
              <a:lnSpc>
                <a:spcPct val="90000"/>
              </a:lnSpc>
              <a:spcBef>
                <a:spcPts val="600"/>
              </a:spcBef>
              <a:spcAft>
                <a:spcPts val="0"/>
              </a:spcAft>
              <a:buSzPts val="2000"/>
              <a:buChar char="◦"/>
            </a:pPr>
            <a:r>
              <a:rPr lang="en-US" sz="2000">
                <a:latin typeface="Times New Roman"/>
                <a:ea typeface="Times New Roman"/>
                <a:cs typeface="Times New Roman"/>
                <a:sym typeface="Times New Roman"/>
              </a:rPr>
              <a:t>partitioning: linear time, i.e. O(N)</a:t>
            </a:r>
            <a:endParaRPr/>
          </a:p>
          <a:p>
            <a:pPr marL="384048" lvl="1" indent="-182880" algn="l" rtl="0">
              <a:lnSpc>
                <a:spcPct val="90000"/>
              </a:lnSpc>
              <a:spcBef>
                <a:spcPts val="600"/>
              </a:spcBef>
              <a:spcAft>
                <a:spcPts val="0"/>
              </a:spcAft>
              <a:buSzPts val="2000"/>
              <a:buChar char="◦"/>
            </a:pPr>
            <a:r>
              <a:rPr lang="en-US" sz="2000">
                <a:latin typeface="Times New Roman"/>
                <a:ea typeface="Times New Roman"/>
                <a:cs typeface="Times New Roman"/>
                <a:sym typeface="Times New Roman"/>
              </a:rPr>
              <a:t>running time of the two recursive calls </a:t>
            </a:r>
            <a:endParaRPr/>
          </a:p>
          <a:p>
            <a:pPr marL="91440" lvl="0" indent="-91440" algn="l" rtl="0">
              <a:lnSpc>
                <a:spcPct val="90000"/>
              </a:lnSpc>
              <a:spcBef>
                <a:spcPts val="1600"/>
              </a:spcBef>
              <a:spcAft>
                <a:spcPts val="0"/>
              </a:spcAft>
              <a:buSzPts val="2000"/>
              <a:buChar char=" "/>
            </a:pPr>
            <a:r>
              <a:rPr lang="en-US">
                <a:latin typeface="Times New Roman"/>
                <a:ea typeface="Times New Roman"/>
                <a:cs typeface="Times New Roman"/>
                <a:sym typeface="Times New Roman"/>
              </a:rPr>
              <a:t>T(N)=T(i)+T(N-i-1)+cN where c is a constant</a:t>
            </a:r>
            <a:endParaRPr/>
          </a:p>
          <a:p>
            <a:pPr marL="384048" lvl="1" indent="-182880" algn="l" rtl="0">
              <a:lnSpc>
                <a:spcPct val="90000"/>
              </a:lnSpc>
              <a:spcBef>
                <a:spcPts val="400"/>
              </a:spcBef>
              <a:spcAft>
                <a:spcPts val="0"/>
              </a:spcAft>
              <a:buSzPts val="2000"/>
              <a:buChar char="◦"/>
            </a:pPr>
            <a:r>
              <a:rPr lang="en-US" sz="2000">
                <a:latin typeface="Times New Roman"/>
                <a:ea typeface="Times New Roman"/>
                <a:cs typeface="Times New Roman"/>
                <a:sym typeface="Times New Roman"/>
              </a:rPr>
              <a:t>i: number of elements in S1</a:t>
            </a:r>
            <a:endParaRPr/>
          </a:p>
        </p:txBody>
      </p:sp>
      <p:sp>
        <p:nvSpPr>
          <p:cNvPr id="839" name="Google Shape;839;p46"/>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4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dk1"/>
              </a:buClr>
              <a:buSzPts val="4800"/>
              <a:buFont typeface="Times New Roman"/>
              <a:buNone/>
            </a:pPr>
            <a:r>
              <a:rPr lang="en-US">
                <a:solidFill>
                  <a:schemeClr val="dk1"/>
                </a:solidFill>
                <a:latin typeface="Times New Roman"/>
                <a:ea typeface="Times New Roman"/>
                <a:cs typeface="Times New Roman"/>
                <a:sym typeface="Times New Roman"/>
              </a:rPr>
              <a:t>Worst-Case Analysis</a:t>
            </a:r>
            <a:endParaRPr/>
          </a:p>
        </p:txBody>
      </p:sp>
      <p:sp>
        <p:nvSpPr>
          <p:cNvPr id="846" name="Google Shape;846;p47"/>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l" rtl="0">
              <a:lnSpc>
                <a:spcPct val="90000"/>
              </a:lnSpc>
              <a:spcBef>
                <a:spcPts val="0"/>
              </a:spcBef>
              <a:spcAft>
                <a:spcPts val="0"/>
              </a:spcAft>
              <a:buSzPts val="2000"/>
              <a:buChar char=" "/>
            </a:pPr>
            <a:r>
              <a:rPr lang="en-US"/>
              <a:t>worst case Partition?</a:t>
            </a:r>
            <a:endParaRPr/>
          </a:p>
          <a:p>
            <a:pPr marL="384048" lvl="1" indent="-182880" algn="l" rtl="0">
              <a:lnSpc>
                <a:spcPct val="90000"/>
              </a:lnSpc>
              <a:spcBef>
                <a:spcPts val="400"/>
              </a:spcBef>
              <a:spcAft>
                <a:spcPts val="0"/>
              </a:spcAft>
              <a:buSzPts val="1800"/>
              <a:buChar char="◦"/>
            </a:pPr>
            <a:r>
              <a:rPr lang="en-US"/>
              <a:t>The pivot is the smallest element, all the time</a:t>
            </a:r>
            <a:endParaRPr/>
          </a:p>
          <a:p>
            <a:pPr marL="384048" lvl="1" indent="-182880" algn="l" rtl="0">
              <a:lnSpc>
                <a:spcPct val="90000"/>
              </a:lnSpc>
              <a:spcBef>
                <a:spcPts val="600"/>
              </a:spcBef>
              <a:spcAft>
                <a:spcPts val="0"/>
              </a:spcAft>
              <a:buSzPts val="1800"/>
              <a:buChar char="◦"/>
            </a:pPr>
            <a:r>
              <a:rPr lang="en-US"/>
              <a:t>Partition is always unbalanced</a:t>
            </a:r>
            <a:endParaRPr/>
          </a:p>
          <a:p>
            <a:pPr marL="384048" lvl="1" indent="-68579" algn="l" rtl="0">
              <a:lnSpc>
                <a:spcPct val="90000"/>
              </a:lnSpc>
              <a:spcBef>
                <a:spcPts val="600"/>
              </a:spcBef>
              <a:spcAft>
                <a:spcPts val="0"/>
              </a:spcAft>
              <a:buSzPts val="1800"/>
              <a:buNone/>
            </a:pPr>
            <a:endParaRPr/>
          </a:p>
        </p:txBody>
      </p:sp>
      <p:pic>
        <p:nvPicPr>
          <p:cNvPr id="847" name="Google Shape;847;p47" descr="untitled"/>
          <p:cNvPicPr preferRelativeResize="0"/>
          <p:nvPr/>
        </p:nvPicPr>
        <p:blipFill rotWithShape="1">
          <a:blip r:embed="rId3">
            <a:alphaModFix/>
          </a:blip>
          <a:srcRect/>
          <a:stretch/>
        </p:blipFill>
        <p:spPr>
          <a:xfrm>
            <a:off x="3663002" y="3030941"/>
            <a:ext cx="4095750" cy="3044825"/>
          </a:xfrm>
          <a:prstGeom prst="rect">
            <a:avLst/>
          </a:prstGeom>
          <a:noFill/>
          <a:ln>
            <a:noFill/>
          </a:ln>
        </p:spPr>
      </p:pic>
      <p:sp>
        <p:nvSpPr>
          <p:cNvPr id="848" name="Google Shape;848;p47"/>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4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Best-case Analysis</a:t>
            </a:r>
            <a:endParaRPr/>
          </a:p>
        </p:txBody>
      </p:sp>
      <p:sp>
        <p:nvSpPr>
          <p:cNvPr id="855" name="Google Shape;855;p48"/>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l" rtl="0">
              <a:lnSpc>
                <a:spcPct val="90000"/>
              </a:lnSpc>
              <a:spcBef>
                <a:spcPts val="0"/>
              </a:spcBef>
              <a:spcAft>
                <a:spcPts val="0"/>
              </a:spcAft>
              <a:buSzPts val="2000"/>
              <a:buChar char=" "/>
            </a:pPr>
            <a:r>
              <a:rPr lang="en-US"/>
              <a:t>best case Partitioning?</a:t>
            </a:r>
            <a:endParaRPr/>
          </a:p>
          <a:p>
            <a:pPr marL="384048" lvl="1" indent="-182880" algn="l" rtl="0">
              <a:lnSpc>
                <a:spcPct val="90000"/>
              </a:lnSpc>
              <a:spcBef>
                <a:spcPts val="400"/>
              </a:spcBef>
              <a:spcAft>
                <a:spcPts val="0"/>
              </a:spcAft>
              <a:buSzPts val="1800"/>
              <a:buChar char="◦"/>
            </a:pPr>
            <a:r>
              <a:rPr lang="en-US"/>
              <a:t>Partition is perfectly balanced.</a:t>
            </a:r>
            <a:endParaRPr/>
          </a:p>
          <a:p>
            <a:pPr marL="384048" lvl="1" indent="-182880" algn="l" rtl="0">
              <a:lnSpc>
                <a:spcPct val="90000"/>
              </a:lnSpc>
              <a:spcBef>
                <a:spcPts val="600"/>
              </a:spcBef>
              <a:spcAft>
                <a:spcPts val="0"/>
              </a:spcAft>
              <a:buSzPts val="1800"/>
              <a:buChar char="◦"/>
            </a:pPr>
            <a:r>
              <a:rPr lang="en-US"/>
              <a:t>Pivot is always in the middle (median of the array)</a:t>
            </a:r>
            <a:endParaRPr/>
          </a:p>
          <a:p>
            <a:pPr marL="91440" lvl="0" indent="0" algn="l" rtl="0">
              <a:lnSpc>
                <a:spcPct val="90000"/>
              </a:lnSpc>
              <a:spcBef>
                <a:spcPts val="16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p:txBody>
      </p:sp>
      <p:pic>
        <p:nvPicPr>
          <p:cNvPr id="856" name="Google Shape;856;p48" descr="untitled"/>
          <p:cNvPicPr preferRelativeResize="0"/>
          <p:nvPr/>
        </p:nvPicPr>
        <p:blipFill rotWithShape="1">
          <a:blip r:embed="rId3">
            <a:alphaModFix/>
          </a:blip>
          <a:srcRect t="391" r="77429" b="87177"/>
          <a:stretch/>
        </p:blipFill>
        <p:spPr>
          <a:xfrm>
            <a:off x="6507480" y="2041314"/>
            <a:ext cx="4648200" cy="3632200"/>
          </a:xfrm>
          <a:prstGeom prst="rect">
            <a:avLst/>
          </a:prstGeom>
          <a:noFill/>
          <a:ln>
            <a:noFill/>
          </a:ln>
        </p:spPr>
      </p:pic>
      <p:sp>
        <p:nvSpPr>
          <p:cNvPr id="857" name="Google Shape;857;p48"/>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4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Average-Case Analysis</a:t>
            </a:r>
            <a:endParaRPr/>
          </a:p>
        </p:txBody>
      </p:sp>
      <p:sp>
        <p:nvSpPr>
          <p:cNvPr id="864" name="Google Shape;864;p49"/>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l" rtl="0">
              <a:lnSpc>
                <a:spcPct val="90000"/>
              </a:lnSpc>
              <a:spcBef>
                <a:spcPts val="0"/>
              </a:spcBef>
              <a:spcAft>
                <a:spcPts val="0"/>
              </a:spcAft>
              <a:buSzPts val="2000"/>
              <a:buChar char=" "/>
            </a:pPr>
            <a:r>
              <a:rPr lang="en-US"/>
              <a:t>Intution for Average Case : We can get an idea of average case by considering the case when partition puts O(n/9) elements in one set and O(9n/10) elements in other set. </a:t>
            </a:r>
            <a:endParaRPr/>
          </a:p>
          <a:p>
            <a:pPr marL="91440" lvl="0" indent="-91440" algn="l" rtl="0">
              <a:lnSpc>
                <a:spcPct val="90000"/>
              </a:lnSpc>
              <a:spcBef>
                <a:spcPts val="1400"/>
              </a:spcBef>
              <a:spcAft>
                <a:spcPts val="0"/>
              </a:spcAft>
              <a:buSzPts val="2000"/>
              <a:buChar char=" "/>
            </a:pPr>
            <a:r>
              <a:rPr lang="en-US"/>
              <a:t>Following is recurrence for this case. </a:t>
            </a:r>
            <a:endParaRPr/>
          </a:p>
          <a:p>
            <a:pPr marL="91440" lvl="0" indent="-91440" algn="l" rtl="0">
              <a:lnSpc>
                <a:spcPct val="90000"/>
              </a:lnSpc>
              <a:spcBef>
                <a:spcPts val="1400"/>
              </a:spcBef>
              <a:spcAft>
                <a:spcPts val="0"/>
              </a:spcAft>
              <a:buSzPts val="2000"/>
              <a:buChar char=" "/>
            </a:pPr>
            <a:r>
              <a:rPr lang="en-US"/>
              <a:t>T(n) = T(n/9) + T(9n/10) + ϴ(n) </a:t>
            </a:r>
            <a:endParaRPr/>
          </a:p>
          <a:p>
            <a:pPr marL="91440" lvl="0" indent="-91440" algn="l" rtl="0">
              <a:lnSpc>
                <a:spcPct val="90000"/>
              </a:lnSpc>
              <a:spcBef>
                <a:spcPts val="1400"/>
              </a:spcBef>
              <a:spcAft>
                <a:spcPts val="0"/>
              </a:spcAft>
              <a:buSzPts val="2000"/>
              <a:buChar char=" "/>
            </a:pPr>
            <a:r>
              <a:rPr lang="en-US"/>
              <a:t>Solution of above recurrence is also O(nlogn) </a:t>
            </a:r>
            <a:endParaRPr/>
          </a:p>
        </p:txBody>
      </p:sp>
      <p:sp>
        <p:nvSpPr>
          <p:cNvPr id="865" name="Google Shape;865;p49"/>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THOMAS CORMEN</a:t>
            </a:r>
            <a:endParaRPr/>
          </a:p>
        </p:txBody>
      </p:sp>
      <p:pic>
        <p:nvPicPr>
          <p:cNvPr id="866" name="Google Shape;866;p49"/>
          <p:cNvPicPr preferRelativeResize="0"/>
          <p:nvPr/>
        </p:nvPicPr>
        <p:blipFill rotWithShape="1">
          <a:blip r:embed="rId3">
            <a:alphaModFix/>
          </a:blip>
          <a:srcRect/>
          <a:stretch/>
        </p:blipFill>
        <p:spPr>
          <a:xfrm>
            <a:off x="6005015" y="2856487"/>
            <a:ext cx="5552564" cy="340839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50"/>
          <p:cNvSpPr txBox="1">
            <a:spLocks noGrp="1"/>
          </p:cNvSpPr>
          <p:nvPr>
            <p:ph type="title"/>
          </p:nvPr>
        </p:nvSpPr>
        <p:spPr>
          <a:xfrm>
            <a:off x="1462522" y="641444"/>
            <a:ext cx="9749961" cy="641445"/>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85000"/>
              </a:lnSpc>
              <a:spcBef>
                <a:spcPts val="0"/>
              </a:spcBef>
              <a:spcAft>
                <a:spcPts val="0"/>
              </a:spcAft>
              <a:buClr>
                <a:srgbClr val="3F3F3F"/>
              </a:buClr>
              <a:buSzPct val="100000"/>
              <a:buFont typeface="Times New Roman"/>
              <a:buNone/>
            </a:pPr>
            <a:r>
              <a:rPr lang="en-US">
                <a:latin typeface="Times New Roman"/>
                <a:ea typeface="Times New Roman"/>
                <a:cs typeface="Times New Roman"/>
                <a:sym typeface="Times New Roman"/>
              </a:rPr>
              <a:t>Summary Analysis of Quicksort</a:t>
            </a:r>
            <a:endParaRPr/>
          </a:p>
        </p:txBody>
      </p:sp>
      <p:sp>
        <p:nvSpPr>
          <p:cNvPr id="873" name="Google Shape;873;p50"/>
          <p:cNvSpPr txBox="1">
            <a:spLocks noGrp="1"/>
          </p:cNvSpPr>
          <p:nvPr>
            <p:ph type="body" idx="1"/>
          </p:nvPr>
        </p:nvSpPr>
        <p:spPr>
          <a:xfrm>
            <a:off x="1405717" y="2303060"/>
            <a:ext cx="8502557" cy="3852080"/>
          </a:xfrm>
          <a:prstGeom prst="rect">
            <a:avLst/>
          </a:prstGeom>
          <a:noFill/>
          <a:ln>
            <a:noFill/>
          </a:ln>
        </p:spPr>
        <p:txBody>
          <a:bodyPr spcFirstLastPara="1" wrap="square" lIns="0" tIns="45700" rIns="0" bIns="45700" anchor="t" anchorCtr="0">
            <a:noAutofit/>
          </a:bodyPr>
          <a:lstStyle/>
          <a:p>
            <a:pPr marL="91440" lvl="0" indent="-91440" algn="l" rtl="0">
              <a:lnSpc>
                <a:spcPct val="90000"/>
              </a:lnSpc>
              <a:spcBef>
                <a:spcPts val="0"/>
              </a:spcBef>
              <a:spcAft>
                <a:spcPts val="0"/>
              </a:spcAft>
              <a:buSzPts val="2400"/>
              <a:buChar char=" "/>
            </a:pPr>
            <a:r>
              <a:rPr lang="en-US" sz="2400">
                <a:latin typeface="Times New Roman"/>
                <a:ea typeface="Times New Roman"/>
                <a:cs typeface="Times New Roman"/>
                <a:sym typeface="Times New Roman"/>
              </a:rPr>
              <a:t>Best case: split in the middle — Θ(</a:t>
            </a:r>
            <a:r>
              <a:rPr lang="en-US" sz="2400" i="1">
                <a:latin typeface="Times New Roman"/>
                <a:ea typeface="Times New Roman"/>
                <a:cs typeface="Times New Roman"/>
                <a:sym typeface="Times New Roman"/>
              </a:rPr>
              <a:t>n </a:t>
            </a:r>
            <a:r>
              <a:rPr lang="en-US" sz="2400">
                <a:latin typeface="Times New Roman"/>
                <a:ea typeface="Times New Roman"/>
                <a:cs typeface="Times New Roman"/>
                <a:sym typeface="Times New Roman"/>
              </a:rPr>
              <a:t>log </a:t>
            </a:r>
            <a:r>
              <a:rPr lang="en-US" sz="2400" i="1">
                <a:latin typeface="Times New Roman"/>
                <a:ea typeface="Times New Roman"/>
                <a:cs typeface="Times New Roman"/>
                <a:sym typeface="Times New Roman"/>
              </a:rPr>
              <a:t>n</a:t>
            </a:r>
            <a:r>
              <a:rPr lang="en-US" sz="2400">
                <a:latin typeface="Times New Roman"/>
                <a:ea typeface="Times New Roman"/>
                <a:cs typeface="Times New Roman"/>
                <a:sym typeface="Times New Roman"/>
              </a:rPr>
              <a:t>) </a:t>
            </a:r>
            <a:endParaRPr/>
          </a:p>
          <a:p>
            <a:pPr marL="91440" lvl="0" indent="-91440" algn="l" rtl="0">
              <a:lnSpc>
                <a:spcPct val="90000"/>
              </a:lnSpc>
              <a:spcBef>
                <a:spcPts val="1400"/>
              </a:spcBef>
              <a:spcAft>
                <a:spcPts val="0"/>
              </a:spcAft>
              <a:buSzPts val="2400"/>
              <a:buChar char=" "/>
            </a:pPr>
            <a:r>
              <a:rPr lang="en-US" sz="2400">
                <a:latin typeface="Times New Roman"/>
                <a:ea typeface="Times New Roman"/>
                <a:cs typeface="Times New Roman"/>
                <a:sym typeface="Times New Roman"/>
              </a:rPr>
              <a:t>Worst case: sorted array! — Θ(</a:t>
            </a:r>
            <a:r>
              <a:rPr lang="en-US" sz="2400" i="1">
                <a:latin typeface="Times New Roman"/>
                <a:ea typeface="Times New Roman"/>
                <a:cs typeface="Times New Roman"/>
                <a:sym typeface="Times New Roman"/>
              </a:rPr>
              <a:t>n</a:t>
            </a:r>
            <a:r>
              <a:rPr lang="en-US" sz="2400" i="1" baseline="30000">
                <a:latin typeface="Times New Roman"/>
                <a:ea typeface="Times New Roman"/>
                <a:cs typeface="Times New Roman"/>
                <a:sym typeface="Times New Roman"/>
              </a:rPr>
              <a:t>2</a:t>
            </a:r>
            <a:r>
              <a:rPr lang="en-US" sz="2400">
                <a:latin typeface="Times New Roman"/>
                <a:ea typeface="Times New Roman"/>
                <a:cs typeface="Times New Roman"/>
                <a:sym typeface="Times New Roman"/>
              </a:rPr>
              <a:t>) </a:t>
            </a:r>
            <a:endParaRPr/>
          </a:p>
          <a:p>
            <a:pPr marL="91440" lvl="0" indent="-91440" algn="l" rtl="0">
              <a:lnSpc>
                <a:spcPct val="90000"/>
              </a:lnSpc>
              <a:spcBef>
                <a:spcPts val="1400"/>
              </a:spcBef>
              <a:spcAft>
                <a:spcPts val="0"/>
              </a:spcAft>
              <a:buSzPts val="2400"/>
              <a:buChar char=" "/>
            </a:pPr>
            <a:r>
              <a:rPr lang="en-US" sz="2400">
                <a:latin typeface="Times New Roman"/>
                <a:ea typeface="Times New Roman"/>
                <a:cs typeface="Times New Roman"/>
                <a:sym typeface="Times New Roman"/>
              </a:rPr>
              <a:t>Average case: random arrays — Θ(</a:t>
            </a:r>
            <a:r>
              <a:rPr lang="en-US" sz="2400" i="1">
                <a:latin typeface="Times New Roman"/>
                <a:ea typeface="Times New Roman"/>
                <a:cs typeface="Times New Roman"/>
                <a:sym typeface="Times New Roman"/>
              </a:rPr>
              <a:t>n </a:t>
            </a:r>
            <a:r>
              <a:rPr lang="en-US" sz="2400">
                <a:latin typeface="Times New Roman"/>
                <a:ea typeface="Times New Roman"/>
                <a:cs typeface="Times New Roman"/>
                <a:sym typeface="Times New Roman"/>
              </a:rPr>
              <a:t>log </a:t>
            </a:r>
            <a:r>
              <a:rPr lang="en-US" sz="2400" i="1">
                <a:latin typeface="Times New Roman"/>
                <a:ea typeface="Times New Roman"/>
                <a:cs typeface="Times New Roman"/>
                <a:sym typeface="Times New Roman"/>
              </a:rPr>
              <a:t>n</a:t>
            </a:r>
            <a:r>
              <a:rPr lang="en-US" sz="2400">
                <a:latin typeface="Times New Roman"/>
                <a:ea typeface="Times New Roman"/>
                <a:cs typeface="Times New Roman"/>
                <a:sym typeface="Times New Roman"/>
              </a:rPr>
              <a:t>)</a:t>
            </a:r>
            <a:endParaRPr/>
          </a:p>
          <a:p>
            <a:pPr marL="91440" lvl="0" indent="-91440" algn="l" rtl="0">
              <a:lnSpc>
                <a:spcPct val="90000"/>
              </a:lnSpc>
              <a:spcBef>
                <a:spcPts val="1400"/>
              </a:spcBef>
              <a:spcAft>
                <a:spcPts val="0"/>
              </a:spcAft>
              <a:buSzPts val="2400"/>
              <a:buChar char=" "/>
            </a:pPr>
            <a:r>
              <a:rPr lang="en-US" sz="2400">
                <a:latin typeface="Times New Roman"/>
                <a:ea typeface="Times New Roman"/>
                <a:cs typeface="Times New Roman"/>
                <a:sym typeface="Times New Roman"/>
              </a:rPr>
              <a:t>Improvements:</a:t>
            </a:r>
            <a:endParaRPr/>
          </a:p>
          <a:p>
            <a:pPr marL="384048" lvl="1" indent="-182880" algn="l" rtl="0">
              <a:lnSpc>
                <a:spcPct val="90000"/>
              </a:lnSpc>
              <a:spcBef>
                <a:spcPts val="400"/>
              </a:spcBef>
              <a:spcAft>
                <a:spcPts val="0"/>
              </a:spcAft>
              <a:buSzPts val="2400"/>
              <a:buChar char="◦"/>
            </a:pPr>
            <a:r>
              <a:rPr lang="en-US" sz="2400">
                <a:latin typeface="Times New Roman"/>
                <a:ea typeface="Times New Roman"/>
                <a:cs typeface="Times New Roman"/>
                <a:sym typeface="Times New Roman"/>
              </a:rPr>
              <a:t>better pivot selection: median of three partitioning </a:t>
            </a:r>
            <a:endParaRPr/>
          </a:p>
          <a:p>
            <a:pPr marL="384048" lvl="1" indent="-182880" algn="l" rtl="0">
              <a:lnSpc>
                <a:spcPct val="90000"/>
              </a:lnSpc>
              <a:spcBef>
                <a:spcPts val="600"/>
              </a:spcBef>
              <a:spcAft>
                <a:spcPts val="0"/>
              </a:spcAft>
              <a:buSzPts val="2400"/>
              <a:buChar char="◦"/>
            </a:pPr>
            <a:r>
              <a:rPr lang="en-US" sz="2400">
                <a:latin typeface="Times New Roman"/>
                <a:ea typeface="Times New Roman"/>
                <a:cs typeface="Times New Roman"/>
                <a:sym typeface="Times New Roman"/>
              </a:rPr>
              <a:t>switch to insertion sort on small subfiles</a:t>
            </a:r>
            <a:endParaRPr sz="2400">
              <a:latin typeface="Times New Roman"/>
              <a:ea typeface="Times New Roman"/>
              <a:cs typeface="Times New Roman"/>
              <a:sym typeface="Times New Roman"/>
            </a:endParaRPr>
          </a:p>
          <a:p>
            <a:pPr marL="91440" lvl="0" indent="-91440" algn="l" rtl="0">
              <a:lnSpc>
                <a:spcPct val="90000"/>
              </a:lnSpc>
              <a:spcBef>
                <a:spcPts val="1600"/>
              </a:spcBef>
              <a:spcAft>
                <a:spcPts val="0"/>
              </a:spcAft>
              <a:buSzPts val="2400"/>
              <a:buFont typeface="Arial"/>
              <a:buNone/>
            </a:pPr>
            <a:endParaRPr sz="2400">
              <a:latin typeface="Times New Roman"/>
              <a:ea typeface="Times New Roman"/>
              <a:cs typeface="Times New Roman"/>
              <a:sym typeface="Times New Roman"/>
            </a:endParaRPr>
          </a:p>
        </p:txBody>
      </p:sp>
      <p:sp>
        <p:nvSpPr>
          <p:cNvPr id="874" name="Google Shape;874;p50"/>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51"/>
          <p:cNvSpPr txBox="1">
            <a:spLocks noGrp="1"/>
          </p:cNvSpPr>
          <p:nvPr>
            <p:ph type="title"/>
          </p:nvPr>
        </p:nvSpPr>
        <p:spPr>
          <a:xfrm>
            <a:off x="2133600" y="304800"/>
            <a:ext cx="7772400" cy="6096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t>Multiplication of Large Integers </a:t>
            </a:r>
            <a:endParaRPr/>
          </a:p>
        </p:txBody>
      </p:sp>
      <p:sp>
        <p:nvSpPr>
          <p:cNvPr id="881" name="Google Shape;881;p51"/>
          <p:cNvSpPr txBox="1">
            <a:spLocks noGrp="1"/>
          </p:cNvSpPr>
          <p:nvPr>
            <p:ph type="body" idx="1"/>
          </p:nvPr>
        </p:nvSpPr>
        <p:spPr>
          <a:xfrm>
            <a:off x="2133600" y="1143000"/>
            <a:ext cx="8534400" cy="5715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800"/>
              <a:buNone/>
            </a:pPr>
            <a:r>
              <a:rPr lang="en-US"/>
              <a:t>Consider the problem of multiplying two (large) </a:t>
            </a:r>
            <a:r>
              <a:rPr lang="en-US" i="1"/>
              <a:t>n</a:t>
            </a:r>
            <a:r>
              <a:rPr lang="en-US"/>
              <a:t>-digit integers represented by arrays of their digits such as:</a:t>
            </a:r>
            <a:br>
              <a:rPr lang="en-US"/>
            </a:br>
            <a:br>
              <a:rPr lang="en-US"/>
            </a:br>
            <a:r>
              <a:rPr lang="en-US"/>
              <a:t>A = 12345678901357986429   B = 87654321284820912836</a:t>
            </a:r>
            <a:br>
              <a:rPr lang="en-US"/>
            </a:br>
            <a:br>
              <a:rPr lang="en-US"/>
            </a:br>
            <a:r>
              <a:rPr lang="en-US"/>
              <a:t>The grade-school algorithm:</a:t>
            </a:r>
            <a:endParaRPr b="0"/>
          </a:p>
          <a:p>
            <a:pPr marL="0" lvl="0" indent="0" algn="l" rtl="0">
              <a:lnSpc>
                <a:spcPct val="90000"/>
              </a:lnSpc>
              <a:spcBef>
                <a:spcPts val="480"/>
              </a:spcBef>
              <a:spcAft>
                <a:spcPts val="0"/>
              </a:spcAft>
              <a:buSzPts val="1800"/>
              <a:buNone/>
            </a:pPr>
            <a:r>
              <a:rPr lang="en-US" i="1"/>
              <a:t>		a</a:t>
            </a:r>
            <a:r>
              <a:rPr lang="en-US" baseline="-25000"/>
              <a:t>1  </a:t>
            </a:r>
            <a:r>
              <a:rPr lang="en-US" i="1"/>
              <a:t>a</a:t>
            </a:r>
            <a:r>
              <a:rPr lang="en-US" baseline="-25000"/>
              <a:t>2 </a:t>
            </a:r>
            <a:r>
              <a:rPr lang="en-US"/>
              <a:t>…  </a:t>
            </a:r>
            <a:r>
              <a:rPr lang="en-US" i="1"/>
              <a:t>a</a:t>
            </a:r>
            <a:r>
              <a:rPr lang="en-US" i="1" baseline="-25000"/>
              <a:t>n</a:t>
            </a:r>
            <a:br>
              <a:rPr lang="en-US" i="1" baseline="-25000"/>
            </a:br>
            <a:r>
              <a:rPr lang="en-US" i="1" baseline="-25000"/>
              <a:t>               		</a:t>
            </a:r>
            <a:r>
              <a:rPr lang="en-US" i="1"/>
              <a:t>b</a:t>
            </a:r>
            <a:r>
              <a:rPr lang="en-US" baseline="-25000"/>
              <a:t>1  </a:t>
            </a:r>
            <a:r>
              <a:rPr lang="en-US" i="1"/>
              <a:t>b</a:t>
            </a:r>
            <a:r>
              <a:rPr lang="en-US" baseline="-25000"/>
              <a:t>2 </a:t>
            </a:r>
            <a:r>
              <a:rPr lang="en-US"/>
              <a:t>…  </a:t>
            </a:r>
            <a:r>
              <a:rPr lang="en-US" i="1"/>
              <a:t>b</a:t>
            </a:r>
            <a:r>
              <a:rPr lang="en-US" i="1" baseline="-25000"/>
              <a:t>n</a:t>
            </a:r>
            <a:br>
              <a:rPr lang="en-US" i="1" baseline="-25000"/>
            </a:br>
            <a:r>
              <a:rPr lang="en-US" i="1" baseline="-25000"/>
              <a:t> 	   </a:t>
            </a:r>
            <a:r>
              <a:rPr lang="en-US"/>
              <a:t>(</a:t>
            </a:r>
            <a:r>
              <a:rPr lang="en-US" i="1"/>
              <a:t>d</a:t>
            </a:r>
            <a:r>
              <a:rPr lang="en-US" baseline="-25000"/>
              <a:t>10</a:t>
            </a:r>
            <a:r>
              <a:rPr lang="en-US"/>
              <a:t>)</a:t>
            </a:r>
            <a:r>
              <a:rPr lang="en-US" baseline="-25000"/>
              <a:t> </a:t>
            </a:r>
            <a:r>
              <a:rPr lang="en-US" i="1"/>
              <a:t>d</a:t>
            </a:r>
            <a:r>
              <a:rPr lang="en-US" baseline="-25000"/>
              <a:t>11</a:t>
            </a:r>
            <a:r>
              <a:rPr lang="en-US" i="1"/>
              <a:t>d</a:t>
            </a:r>
            <a:r>
              <a:rPr lang="en-US" baseline="-25000"/>
              <a:t>12 </a:t>
            </a:r>
            <a:r>
              <a:rPr lang="en-US"/>
              <a:t>… </a:t>
            </a:r>
            <a:r>
              <a:rPr lang="en-US" i="1"/>
              <a:t>d</a:t>
            </a:r>
            <a:r>
              <a:rPr lang="en-US" baseline="-25000"/>
              <a:t>1</a:t>
            </a:r>
            <a:r>
              <a:rPr lang="en-US" i="1" baseline="-25000"/>
              <a:t>n</a:t>
            </a:r>
            <a:endParaRPr/>
          </a:p>
          <a:p>
            <a:pPr marL="0" lvl="0" indent="0" algn="l" rtl="0">
              <a:lnSpc>
                <a:spcPct val="90000"/>
              </a:lnSpc>
              <a:spcBef>
                <a:spcPts val="480"/>
              </a:spcBef>
              <a:spcAft>
                <a:spcPts val="0"/>
              </a:spcAft>
              <a:buSzPts val="1800"/>
              <a:buNone/>
            </a:pPr>
            <a:r>
              <a:rPr lang="en-US" i="1" baseline="-25000"/>
              <a:t>         </a:t>
            </a:r>
            <a:r>
              <a:rPr lang="en-US"/>
              <a:t>(</a:t>
            </a:r>
            <a:r>
              <a:rPr lang="en-US" i="1"/>
              <a:t>d</a:t>
            </a:r>
            <a:r>
              <a:rPr lang="en-US" baseline="-25000"/>
              <a:t>20</a:t>
            </a:r>
            <a:r>
              <a:rPr lang="en-US"/>
              <a:t>)</a:t>
            </a:r>
            <a:r>
              <a:rPr lang="en-US" baseline="-25000"/>
              <a:t> </a:t>
            </a:r>
            <a:r>
              <a:rPr lang="en-US" i="1"/>
              <a:t>d</a:t>
            </a:r>
            <a:r>
              <a:rPr lang="en-US" baseline="-25000"/>
              <a:t>21</a:t>
            </a:r>
            <a:r>
              <a:rPr lang="en-US" i="1"/>
              <a:t>d</a:t>
            </a:r>
            <a:r>
              <a:rPr lang="en-US" baseline="-25000"/>
              <a:t>22 </a:t>
            </a:r>
            <a:r>
              <a:rPr lang="en-US"/>
              <a:t>… </a:t>
            </a:r>
            <a:r>
              <a:rPr lang="en-US" i="1"/>
              <a:t>d</a:t>
            </a:r>
            <a:r>
              <a:rPr lang="en-US" baseline="-25000"/>
              <a:t>2</a:t>
            </a:r>
            <a:r>
              <a:rPr lang="en-US" i="1" baseline="-25000"/>
              <a:t>n</a:t>
            </a:r>
            <a:endParaRPr/>
          </a:p>
          <a:p>
            <a:pPr marL="0" lvl="0" indent="0" algn="l" rtl="0">
              <a:lnSpc>
                <a:spcPct val="90000"/>
              </a:lnSpc>
              <a:spcBef>
                <a:spcPts val="480"/>
              </a:spcBef>
              <a:spcAft>
                <a:spcPts val="0"/>
              </a:spcAft>
              <a:buSzPts val="1800"/>
              <a:buNone/>
            </a:pPr>
            <a:r>
              <a:rPr lang="en-US" i="1" baseline="-25000"/>
              <a:t>        </a:t>
            </a:r>
            <a:r>
              <a:rPr lang="en-US"/>
              <a:t>… … … … … … … </a:t>
            </a:r>
            <a:endParaRPr i="1" baseline="-25000"/>
          </a:p>
          <a:p>
            <a:pPr marL="0" lvl="0" indent="0" algn="l" rtl="0">
              <a:lnSpc>
                <a:spcPct val="90000"/>
              </a:lnSpc>
              <a:spcBef>
                <a:spcPts val="480"/>
              </a:spcBef>
              <a:spcAft>
                <a:spcPts val="0"/>
              </a:spcAft>
              <a:buSzPts val="1800"/>
              <a:buNone/>
            </a:pPr>
            <a:r>
              <a:rPr lang="en-US"/>
              <a:t>(</a:t>
            </a:r>
            <a:r>
              <a:rPr lang="en-US" i="1"/>
              <a:t>d</a:t>
            </a:r>
            <a:r>
              <a:rPr lang="en-US" i="1" baseline="-25000"/>
              <a:t>n</a:t>
            </a:r>
            <a:r>
              <a:rPr lang="en-US" baseline="-25000"/>
              <a:t>0</a:t>
            </a:r>
            <a:r>
              <a:rPr lang="en-US"/>
              <a:t>)</a:t>
            </a:r>
            <a:r>
              <a:rPr lang="en-US" baseline="-25000"/>
              <a:t> </a:t>
            </a:r>
            <a:r>
              <a:rPr lang="en-US" i="1"/>
              <a:t>d</a:t>
            </a:r>
            <a:r>
              <a:rPr lang="en-US" i="1" baseline="-25000"/>
              <a:t>n</a:t>
            </a:r>
            <a:r>
              <a:rPr lang="en-US" baseline="-25000"/>
              <a:t>1</a:t>
            </a:r>
            <a:r>
              <a:rPr lang="en-US" i="1"/>
              <a:t>d</a:t>
            </a:r>
            <a:r>
              <a:rPr lang="en-US" i="1" baseline="-25000"/>
              <a:t>n</a:t>
            </a:r>
            <a:r>
              <a:rPr lang="en-US" baseline="-25000"/>
              <a:t>2 </a:t>
            </a:r>
            <a:r>
              <a:rPr lang="en-US"/>
              <a:t>… </a:t>
            </a:r>
            <a:r>
              <a:rPr lang="en-US" i="1"/>
              <a:t>d</a:t>
            </a:r>
            <a:r>
              <a:rPr lang="en-US" i="1" baseline="-25000"/>
              <a:t>nn</a:t>
            </a:r>
            <a:endParaRPr/>
          </a:p>
          <a:p>
            <a:pPr marL="0" lvl="0" indent="0" algn="l" rtl="0">
              <a:lnSpc>
                <a:spcPct val="90000"/>
              </a:lnSpc>
              <a:spcBef>
                <a:spcPts val="480"/>
              </a:spcBef>
              <a:spcAft>
                <a:spcPts val="0"/>
              </a:spcAft>
              <a:buSzPts val="1800"/>
              <a:buNone/>
            </a:pPr>
            <a:r>
              <a:rPr lang="en-US" i="1" baseline="-25000"/>
              <a:t> </a:t>
            </a:r>
            <a:br>
              <a:rPr lang="en-US" i="1" baseline="-25000"/>
            </a:br>
            <a:br>
              <a:rPr lang="en-US" i="1" baseline="-25000"/>
            </a:br>
            <a:r>
              <a:rPr lang="en-US"/>
              <a:t>Efficiency: Θ(</a:t>
            </a:r>
            <a:r>
              <a:rPr lang="en-US" i="1"/>
              <a:t>n</a:t>
            </a:r>
            <a:r>
              <a:rPr lang="en-US" baseline="30000"/>
              <a:t>2</a:t>
            </a:r>
            <a:r>
              <a:rPr lang="en-US"/>
              <a:t>) single-digit multiplications</a:t>
            </a:r>
            <a:endParaRPr/>
          </a:p>
        </p:txBody>
      </p:sp>
      <p:cxnSp>
        <p:nvCxnSpPr>
          <p:cNvPr id="882" name="Google Shape;882;p51"/>
          <p:cNvCxnSpPr/>
          <p:nvPr/>
        </p:nvCxnSpPr>
        <p:spPr>
          <a:xfrm>
            <a:off x="4038600" y="3962400"/>
            <a:ext cx="1371600" cy="0"/>
          </a:xfrm>
          <a:prstGeom prst="straightConnector1">
            <a:avLst/>
          </a:prstGeom>
          <a:noFill/>
          <a:ln w="12700" cap="flat" cmpd="sng">
            <a:solidFill>
              <a:srgbClr val="FF0000"/>
            </a:solidFill>
            <a:prstDash val="solid"/>
            <a:round/>
            <a:headEnd type="none" w="sm" len="sm"/>
            <a:tailEnd type="none" w="sm" len="sm"/>
          </a:ln>
        </p:spPr>
      </p:cxnSp>
      <p:cxnSp>
        <p:nvCxnSpPr>
          <p:cNvPr id="883" name="Google Shape;883;p51"/>
          <p:cNvCxnSpPr/>
          <p:nvPr/>
        </p:nvCxnSpPr>
        <p:spPr>
          <a:xfrm>
            <a:off x="2209800" y="5486400"/>
            <a:ext cx="3124200" cy="0"/>
          </a:xfrm>
          <a:prstGeom prst="straightConnector1">
            <a:avLst/>
          </a:prstGeom>
          <a:noFill/>
          <a:ln w="12700" cap="flat" cmpd="sng">
            <a:solidFill>
              <a:srgbClr val="FF0000"/>
            </a:solidFill>
            <a:prstDash val="solid"/>
            <a:round/>
            <a:headEnd type="none" w="sm" len="sm"/>
            <a:tailEnd type="none" w="sm" len="sm"/>
          </a:ln>
        </p:spPr>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p52"/>
          <p:cNvSpPr txBox="1">
            <a:spLocks noGrp="1"/>
          </p:cNvSpPr>
          <p:nvPr>
            <p:ph type="title"/>
          </p:nvPr>
        </p:nvSpPr>
        <p:spPr>
          <a:xfrm>
            <a:off x="1981200" y="304800"/>
            <a:ext cx="7772400" cy="533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t>First Divide-and-Conquer Algorithm</a:t>
            </a:r>
            <a:endParaRPr/>
          </a:p>
        </p:txBody>
      </p:sp>
      <p:sp>
        <p:nvSpPr>
          <p:cNvPr id="890" name="Google Shape;890;p52"/>
          <p:cNvSpPr txBox="1">
            <a:spLocks noGrp="1"/>
          </p:cNvSpPr>
          <p:nvPr>
            <p:ph type="body" idx="1"/>
          </p:nvPr>
        </p:nvSpPr>
        <p:spPr>
          <a:xfrm>
            <a:off x="1981200" y="1066800"/>
            <a:ext cx="8686800" cy="5638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a:t>A small example: A </a:t>
            </a:r>
            <a:r>
              <a:rPr lang="en-US" b="0"/>
              <a:t>*</a:t>
            </a:r>
            <a:r>
              <a:rPr lang="en-US"/>
              <a:t> B where A = 2135 and B = 4014</a:t>
            </a:r>
            <a:endParaRPr/>
          </a:p>
          <a:p>
            <a:pPr marL="0" lvl="0" indent="0" algn="l" rtl="0">
              <a:lnSpc>
                <a:spcPct val="100000"/>
              </a:lnSpc>
              <a:spcBef>
                <a:spcPts val="480"/>
              </a:spcBef>
              <a:spcAft>
                <a:spcPts val="0"/>
              </a:spcAft>
              <a:buSzPts val="1800"/>
              <a:buNone/>
            </a:pPr>
            <a:r>
              <a:rPr lang="en-US"/>
              <a:t>A = (21·10</a:t>
            </a:r>
            <a:r>
              <a:rPr lang="en-US" baseline="30000"/>
              <a:t>2</a:t>
            </a:r>
            <a:r>
              <a:rPr lang="en-US"/>
              <a:t> + 35),  B = (40 ·10</a:t>
            </a:r>
            <a:r>
              <a:rPr lang="en-US" baseline="30000"/>
              <a:t>2</a:t>
            </a:r>
            <a:r>
              <a:rPr lang="en-US"/>
              <a:t> + 14)</a:t>
            </a:r>
            <a:endParaRPr/>
          </a:p>
          <a:p>
            <a:pPr marL="0" lvl="0" indent="0" algn="l" rtl="0">
              <a:lnSpc>
                <a:spcPct val="100000"/>
              </a:lnSpc>
              <a:spcBef>
                <a:spcPts val="480"/>
              </a:spcBef>
              <a:spcAft>
                <a:spcPts val="0"/>
              </a:spcAft>
              <a:buSzPts val="1800"/>
              <a:buNone/>
            </a:pPr>
            <a:r>
              <a:rPr lang="en-US"/>
              <a:t>So, A </a:t>
            </a:r>
            <a:r>
              <a:rPr lang="en-US" b="0">
                <a:solidFill>
                  <a:schemeClr val="dk1"/>
                </a:solidFill>
              </a:rPr>
              <a:t>*</a:t>
            </a:r>
            <a:r>
              <a:rPr lang="en-US" b="0"/>
              <a:t> </a:t>
            </a:r>
            <a:r>
              <a:rPr lang="en-US"/>
              <a:t>B = (21 ·10</a:t>
            </a:r>
            <a:r>
              <a:rPr lang="en-US" baseline="30000"/>
              <a:t>2</a:t>
            </a:r>
            <a:r>
              <a:rPr lang="en-US"/>
              <a:t> + 35) </a:t>
            </a:r>
            <a:r>
              <a:rPr lang="en-US" b="0">
                <a:solidFill>
                  <a:schemeClr val="dk1"/>
                </a:solidFill>
              </a:rPr>
              <a:t>*</a:t>
            </a:r>
            <a:r>
              <a:rPr lang="en-US"/>
              <a:t> (40 ·10</a:t>
            </a:r>
            <a:r>
              <a:rPr lang="en-US" baseline="30000"/>
              <a:t>2</a:t>
            </a:r>
            <a:r>
              <a:rPr lang="en-US"/>
              <a:t> + 14) </a:t>
            </a:r>
            <a:endParaRPr/>
          </a:p>
          <a:p>
            <a:pPr marL="0" lvl="0" indent="0" algn="l" rtl="0">
              <a:lnSpc>
                <a:spcPct val="100000"/>
              </a:lnSpc>
              <a:spcBef>
                <a:spcPts val="480"/>
              </a:spcBef>
              <a:spcAft>
                <a:spcPts val="0"/>
              </a:spcAft>
              <a:buSzPts val="1800"/>
              <a:buNone/>
            </a:pPr>
            <a:r>
              <a:rPr lang="en-US"/>
              <a:t>      = 21 </a:t>
            </a:r>
            <a:r>
              <a:rPr lang="en-US" b="0">
                <a:solidFill>
                  <a:schemeClr val="dk1"/>
                </a:solidFill>
              </a:rPr>
              <a:t>*</a:t>
            </a:r>
            <a:r>
              <a:rPr lang="en-US"/>
              <a:t> 40 ·10</a:t>
            </a:r>
            <a:r>
              <a:rPr lang="en-US" baseline="30000"/>
              <a:t>4  </a:t>
            </a:r>
            <a:r>
              <a:rPr lang="en-US"/>
              <a:t>+ (21 </a:t>
            </a:r>
            <a:r>
              <a:rPr lang="en-US" b="0">
                <a:solidFill>
                  <a:schemeClr val="dk1"/>
                </a:solidFill>
              </a:rPr>
              <a:t>*</a:t>
            </a:r>
            <a:r>
              <a:rPr lang="en-US"/>
              <a:t> 14 + 35 </a:t>
            </a:r>
            <a:r>
              <a:rPr lang="en-US" b="0">
                <a:solidFill>
                  <a:schemeClr val="dk1"/>
                </a:solidFill>
              </a:rPr>
              <a:t>*</a:t>
            </a:r>
            <a:r>
              <a:rPr lang="en-US"/>
              <a:t> 40) ·10</a:t>
            </a:r>
            <a:r>
              <a:rPr lang="en-US" baseline="30000"/>
              <a:t>2</a:t>
            </a:r>
            <a:r>
              <a:rPr lang="en-US"/>
              <a:t> + 35 </a:t>
            </a:r>
            <a:r>
              <a:rPr lang="en-US" b="0">
                <a:solidFill>
                  <a:schemeClr val="dk1"/>
                </a:solidFill>
              </a:rPr>
              <a:t>*</a:t>
            </a:r>
            <a:r>
              <a:rPr lang="en-US"/>
              <a:t> 14</a:t>
            </a:r>
            <a:br>
              <a:rPr lang="en-US"/>
            </a:br>
            <a:endParaRPr/>
          </a:p>
          <a:p>
            <a:pPr marL="0" lvl="0" indent="0" algn="l" rtl="0">
              <a:lnSpc>
                <a:spcPct val="100000"/>
              </a:lnSpc>
              <a:spcBef>
                <a:spcPts val="480"/>
              </a:spcBef>
              <a:spcAft>
                <a:spcPts val="0"/>
              </a:spcAft>
              <a:buSzPts val="1800"/>
              <a:buNone/>
            </a:pPr>
            <a:r>
              <a:rPr lang="en-US"/>
              <a:t>In general, if A = A</a:t>
            </a:r>
            <a:r>
              <a:rPr lang="en-US" baseline="-25000"/>
              <a:t>1</a:t>
            </a:r>
            <a:r>
              <a:rPr lang="en-US"/>
              <a:t>A</a:t>
            </a:r>
            <a:r>
              <a:rPr lang="en-US" baseline="-25000"/>
              <a:t>2 </a:t>
            </a:r>
            <a:r>
              <a:rPr lang="en-US"/>
              <a:t>and B = B</a:t>
            </a:r>
            <a:r>
              <a:rPr lang="en-US" baseline="-25000"/>
              <a:t>1</a:t>
            </a:r>
            <a:r>
              <a:rPr lang="en-US"/>
              <a:t>B</a:t>
            </a:r>
            <a:r>
              <a:rPr lang="en-US" baseline="-25000"/>
              <a:t>2   </a:t>
            </a:r>
            <a:r>
              <a:rPr lang="en-US"/>
              <a:t>(where A and B are </a:t>
            </a:r>
            <a:r>
              <a:rPr lang="en-US" i="1"/>
              <a:t>n</a:t>
            </a:r>
            <a:r>
              <a:rPr lang="en-US"/>
              <a:t>-digit, </a:t>
            </a:r>
            <a:endParaRPr/>
          </a:p>
          <a:p>
            <a:pPr marL="0" lvl="0" indent="0" algn="l" rtl="0">
              <a:lnSpc>
                <a:spcPct val="100000"/>
              </a:lnSpc>
              <a:spcBef>
                <a:spcPts val="480"/>
              </a:spcBef>
              <a:spcAft>
                <a:spcPts val="0"/>
              </a:spcAft>
              <a:buSzPts val="1800"/>
              <a:buNone/>
            </a:pPr>
            <a:r>
              <a:rPr lang="en-US"/>
              <a:t>A</a:t>
            </a:r>
            <a:r>
              <a:rPr lang="en-US" baseline="-25000"/>
              <a:t>1</a:t>
            </a:r>
            <a:r>
              <a:rPr lang="en-US"/>
              <a:t>, A</a:t>
            </a:r>
            <a:r>
              <a:rPr lang="en-US" baseline="-25000"/>
              <a:t>2</a:t>
            </a:r>
            <a:r>
              <a:rPr lang="en-US"/>
              <a:t>, B</a:t>
            </a:r>
            <a:r>
              <a:rPr lang="en-US" baseline="-25000"/>
              <a:t>1</a:t>
            </a:r>
            <a:r>
              <a:rPr lang="en-US"/>
              <a:t>,</a:t>
            </a:r>
            <a:r>
              <a:rPr lang="en-US" baseline="-25000"/>
              <a:t> </a:t>
            </a:r>
            <a:r>
              <a:rPr lang="en-US"/>
              <a:t>B</a:t>
            </a:r>
            <a:r>
              <a:rPr lang="en-US" baseline="-25000"/>
              <a:t>2 </a:t>
            </a:r>
            <a:r>
              <a:rPr lang="en-US"/>
              <a:t>are </a:t>
            </a:r>
            <a:r>
              <a:rPr lang="en-US" i="1"/>
              <a:t>n/</a:t>
            </a:r>
            <a:r>
              <a:rPr lang="en-US"/>
              <a:t>2-digit numbers),</a:t>
            </a:r>
            <a:endParaRPr/>
          </a:p>
          <a:p>
            <a:pPr marL="0" lvl="0" indent="0" algn="l" rtl="0">
              <a:lnSpc>
                <a:spcPct val="100000"/>
              </a:lnSpc>
              <a:spcBef>
                <a:spcPts val="480"/>
              </a:spcBef>
              <a:spcAft>
                <a:spcPts val="0"/>
              </a:spcAft>
              <a:buSzPts val="1800"/>
              <a:buNone/>
            </a:pPr>
            <a:r>
              <a:rPr lang="en-US"/>
              <a:t>A </a:t>
            </a:r>
            <a:r>
              <a:rPr lang="en-US" b="0">
                <a:solidFill>
                  <a:schemeClr val="dk1"/>
                </a:solidFill>
              </a:rPr>
              <a:t>*</a:t>
            </a:r>
            <a:r>
              <a:rPr lang="en-US" b="0"/>
              <a:t> </a:t>
            </a:r>
            <a:r>
              <a:rPr lang="en-US"/>
              <a:t>B = A</a:t>
            </a:r>
            <a:r>
              <a:rPr lang="en-US" baseline="-25000"/>
              <a:t>1 </a:t>
            </a:r>
            <a:r>
              <a:rPr lang="en-US" b="0">
                <a:solidFill>
                  <a:schemeClr val="dk1"/>
                </a:solidFill>
              </a:rPr>
              <a:t>*</a:t>
            </a:r>
            <a:r>
              <a:rPr lang="en-US"/>
              <a:t> B</a:t>
            </a:r>
            <a:r>
              <a:rPr lang="en-US" baseline="-25000"/>
              <a:t>1</a:t>
            </a:r>
            <a:r>
              <a:rPr lang="en-US"/>
              <a:t>·10</a:t>
            </a:r>
            <a:r>
              <a:rPr lang="en-US" i="1" baseline="30000"/>
              <a:t>n</a:t>
            </a:r>
            <a:r>
              <a:rPr lang="en-US" baseline="30000"/>
              <a:t>  </a:t>
            </a:r>
            <a:r>
              <a:rPr lang="en-US"/>
              <a:t>+ (A</a:t>
            </a:r>
            <a:r>
              <a:rPr lang="en-US" baseline="-25000"/>
              <a:t>1 </a:t>
            </a:r>
            <a:r>
              <a:rPr lang="en-US" b="0">
                <a:solidFill>
                  <a:schemeClr val="dk1"/>
                </a:solidFill>
              </a:rPr>
              <a:t>*</a:t>
            </a:r>
            <a:r>
              <a:rPr lang="en-US"/>
              <a:t> B</a:t>
            </a:r>
            <a:r>
              <a:rPr lang="en-US" baseline="-25000"/>
              <a:t>2 </a:t>
            </a:r>
            <a:r>
              <a:rPr lang="en-US"/>
              <a:t>+ A</a:t>
            </a:r>
            <a:r>
              <a:rPr lang="en-US" baseline="-25000"/>
              <a:t>2 </a:t>
            </a:r>
            <a:r>
              <a:rPr lang="en-US" b="0">
                <a:solidFill>
                  <a:schemeClr val="dk1"/>
                </a:solidFill>
              </a:rPr>
              <a:t>*</a:t>
            </a:r>
            <a:r>
              <a:rPr lang="en-US"/>
              <a:t> B</a:t>
            </a:r>
            <a:r>
              <a:rPr lang="en-US" baseline="-25000"/>
              <a:t>1</a:t>
            </a:r>
            <a:r>
              <a:rPr lang="en-US"/>
              <a:t>) ·10</a:t>
            </a:r>
            <a:r>
              <a:rPr lang="en-US" i="1" baseline="30000"/>
              <a:t>n/</a:t>
            </a:r>
            <a:r>
              <a:rPr lang="en-US" baseline="30000"/>
              <a:t>2 </a:t>
            </a:r>
            <a:r>
              <a:rPr lang="en-US"/>
              <a:t>+ A</a:t>
            </a:r>
            <a:r>
              <a:rPr lang="en-US" baseline="-25000"/>
              <a:t>2 </a:t>
            </a:r>
            <a:r>
              <a:rPr lang="en-US" b="0">
                <a:solidFill>
                  <a:schemeClr val="dk1"/>
                </a:solidFill>
              </a:rPr>
              <a:t>*</a:t>
            </a:r>
            <a:r>
              <a:rPr lang="en-US"/>
              <a:t> B</a:t>
            </a:r>
            <a:r>
              <a:rPr lang="en-US" baseline="-25000"/>
              <a:t>2</a:t>
            </a:r>
            <a:br>
              <a:rPr lang="en-US" baseline="-25000"/>
            </a:br>
            <a:endParaRPr baseline="-25000"/>
          </a:p>
          <a:p>
            <a:pPr marL="0" lvl="0" indent="0" algn="l" rtl="0">
              <a:lnSpc>
                <a:spcPct val="100000"/>
              </a:lnSpc>
              <a:spcBef>
                <a:spcPts val="480"/>
              </a:spcBef>
              <a:spcAft>
                <a:spcPts val="0"/>
              </a:spcAft>
              <a:buSzPts val="1800"/>
              <a:buNone/>
            </a:pPr>
            <a:r>
              <a:rPr lang="en-US"/>
              <a:t>Recurrence for the number of one-digit multiplications M(</a:t>
            </a:r>
            <a:r>
              <a:rPr lang="en-US" i="1"/>
              <a:t>n</a:t>
            </a:r>
            <a:r>
              <a:rPr lang="en-US"/>
              <a:t>): </a:t>
            </a:r>
            <a:endParaRPr/>
          </a:p>
          <a:p>
            <a:pPr marL="0" lvl="0" indent="0" algn="l" rtl="0">
              <a:lnSpc>
                <a:spcPct val="100000"/>
              </a:lnSpc>
              <a:spcBef>
                <a:spcPts val="480"/>
              </a:spcBef>
              <a:spcAft>
                <a:spcPts val="0"/>
              </a:spcAft>
              <a:buSzPts val="1800"/>
              <a:buNone/>
            </a:pPr>
            <a:r>
              <a:rPr lang="en-US" i="1"/>
              <a:t>                             </a:t>
            </a:r>
            <a:r>
              <a:rPr lang="en-US"/>
              <a:t>M(</a:t>
            </a:r>
            <a:r>
              <a:rPr lang="en-US" i="1"/>
              <a:t>n</a:t>
            </a:r>
            <a:r>
              <a:rPr lang="en-US"/>
              <a:t>) = 4M(</a:t>
            </a:r>
            <a:r>
              <a:rPr lang="en-US" i="1"/>
              <a:t>n</a:t>
            </a:r>
            <a:r>
              <a:rPr lang="en-US"/>
              <a:t>/2),   M(1) = 1</a:t>
            </a:r>
            <a:br>
              <a:rPr lang="en-US"/>
            </a:br>
            <a:r>
              <a:rPr lang="en-US"/>
              <a:t>Solution: M(</a:t>
            </a:r>
            <a:r>
              <a:rPr lang="en-US" i="1"/>
              <a:t>n</a:t>
            </a:r>
            <a:r>
              <a:rPr lang="en-US"/>
              <a:t>) = </a:t>
            </a:r>
            <a:r>
              <a:rPr lang="en-US" i="1"/>
              <a:t>n</a:t>
            </a:r>
            <a:r>
              <a:rPr lang="en-US" baseline="30000"/>
              <a:t>2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53"/>
          <p:cNvSpPr txBox="1">
            <a:spLocks noGrp="1"/>
          </p:cNvSpPr>
          <p:nvPr>
            <p:ph type="title"/>
          </p:nvPr>
        </p:nvSpPr>
        <p:spPr>
          <a:xfrm>
            <a:off x="1981200" y="228600"/>
            <a:ext cx="8229600" cy="6096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t>Second Divide-and-Conquer Algorithm</a:t>
            </a:r>
            <a:endParaRPr/>
          </a:p>
        </p:txBody>
      </p:sp>
      <p:sp>
        <p:nvSpPr>
          <p:cNvPr id="897" name="Google Shape;897;p53"/>
          <p:cNvSpPr txBox="1">
            <a:spLocks noGrp="1"/>
          </p:cNvSpPr>
          <p:nvPr>
            <p:ph type="body" idx="1"/>
          </p:nvPr>
        </p:nvSpPr>
        <p:spPr>
          <a:xfrm>
            <a:off x="2057400" y="1295400"/>
            <a:ext cx="8763000" cy="5562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a:t>A </a:t>
            </a:r>
            <a:r>
              <a:rPr lang="en-US" b="0"/>
              <a:t>*</a:t>
            </a:r>
            <a:r>
              <a:rPr lang="en-US"/>
              <a:t> B = A</a:t>
            </a:r>
            <a:r>
              <a:rPr lang="en-US" baseline="-25000"/>
              <a:t>1 </a:t>
            </a:r>
            <a:r>
              <a:rPr lang="en-US" b="0"/>
              <a:t>*</a:t>
            </a:r>
            <a:r>
              <a:rPr lang="en-US"/>
              <a:t> B</a:t>
            </a:r>
            <a:r>
              <a:rPr lang="en-US" baseline="-25000"/>
              <a:t>1</a:t>
            </a:r>
            <a:r>
              <a:rPr lang="en-US"/>
              <a:t>·10</a:t>
            </a:r>
            <a:r>
              <a:rPr lang="en-US" i="1" baseline="30000"/>
              <a:t>n</a:t>
            </a:r>
            <a:r>
              <a:rPr lang="en-US" baseline="30000"/>
              <a:t>  </a:t>
            </a:r>
            <a:r>
              <a:rPr lang="en-US"/>
              <a:t>+ (A</a:t>
            </a:r>
            <a:r>
              <a:rPr lang="en-US" baseline="-25000"/>
              <a:t>1 </a:t>
            </a:r>
            <a:r>
              <a:rPr lang="en-US" b="0"/>
              <a:t>*</a:t>
            </a:r>
            <a:r>
              <a:rPr lang="en-US"/>
              <a:t> B</a:t>
            </a:r>
            <a:r>
              <a:rPr lang="en-US" baseline="-25000"/>
              <a:t>2 </a:t>
            </a:r>
            <a:r>
              <a:rPr lang="en-US"/>
              <a:t>+ A</a:t>
            </a:r>
            <a:r>
              <a:rPr lang="en-US" baseline="-25000"/>
              <a:t>2 </a:t>
            </a:r>
            <a:r>
              <a:rPr lang="en-US" b="0"/>
              <a:t>*</a:t>
            </a:r>
            <a:r>
              <a:rPr lang="en-US"/>
              <a:t> B</a:t>
            </a:r>
            <a:r>
              <a:rPr lang="en-US" baseline="-25000"/>
              <a:t>1</a:t>
            </a:r>
            <a:r>
              <a:rPr lang="en-US"/>
              <a:t>) ·10</a:t>
            </a:r>
            <a:r>
              <a:rPr lang="en-US" i="1" baseline="30000"/>
              <a:t>n/</a:t>
            </a:r>
            <a:r>
              <a:rPr lang="en-US" baseline="30000"/>
              <a:t>2 </a:t>
            </a:r>
            <a:r>
              <a:rPr lang="en-US"/>
              <a:t>+ A</a:t>
            </a:r>
            <a:r>
              <a:rPr lang="en-US" baseline="-25000"/>
              <a:t>2 </a:t>
            </a:r>
            <a:r>
              <a:rPr lang="en-US" b="0"/>
              <a:t>*</a:t>
            </a:r>
            <a:r>
              <a:rPr lang="en-US"/>
              <a:t> B</a:t>
            </a:r>
            <a:r>
              <a:rPr lang="en-US" baseline="-25000"/>
              <a:t>2</a:t>
            </a:r>
            <a:br>
              <a:rPr lang="en-US" baseline="-25000"/>
            </a:br>
            <a:endParaRPr baseline="-25000"/>
          </a:p>
          <a:p>
            <a:pPr marL="0" lvl="0" indent="0" algn="l" rtl="0">
              <a:lnSpc>
                <a:spcPct val="100000"/>
              </a:lnSpc>
              <a:spcBef>
                <a:spcPts val="480"/>
              </a:spcBef>
              <a:spcAft>
                <a:spcPts val="0"/>
              </a:spcAft>
              <a:buSzPts val="1800"/>
              <a:buNone/>
            </a:pPr>
            <a:r>
              <a:rPr lang="en-US"/>
              <a:t>The idea is to decrease the number of multiplications from 4 to 3:  </a:t>
            </a:r>
            <a:endParaRPr/>
          </a:p>
          <a:p>
            <a:pPr marL="0" lvl="0" indent="0" algn="l" rtl="0">
              <a:lnSpc>
                <a:spcPct val="100000"/>
              </a:lnSpc>
              <a:spcBef>
                <a:spcPts val="480"/>
              </a:spcBef>
              <a:spcAft>
                <a:spcPts val="0"/>
              </a:spcAft>
              <a:buSzPts val="1800"/>
              <a:buNone/>
            </a:pPr>
            <a:endParaRPr/>
          </a:p>
          <a:p>
            <a:pPr marL="0" lvl="0" indent="0" algn="l" rtl="0">
              <a:lnSpc>
                <a:spcPct val="100000"/>
              </a:lnSpc>
              <a:spcBef>
                <a:spcPts val="480"/>
              </a:spcBef>
              <a:spcAft>
                <a:spcPts val="0"/>
              </a:spcAft>
              <a:buSzPts val="1800"/>
              <a:buNone/>
            </a:pPr>
            <a:r>
              <a:rPr lang="en-US"/>
              <a:t>   (A</a:t>
            </a:r>
            <a:r>
              <a:rPr lang="en-US" baseline="-25000"/>
              <a:t>1</a:t>
            </a:r>
            <a:r>
              <a:rPr lang="en-US"/>
              <a:t> + A</a:t>
            </a:r>
            <a:r>
              <a:rPr lang="en-US" baseline="-25000"/>
              <a:t>2</a:t>
            </a:r>
            <a:r>
              <a:rPr lang="en-US"/>
              <a:t> ) </a:t>
            </a:r>
            <a:r>
              <a:rPr lang="en-US" b="0"/>
              <a:t>*</a:t>
            </a:r>
            <a:r>
              <a:rPr lang="en-US"/>
              <a:t> (B</a:t>
            </a:r>
            <a:r>
              <a:rPr lang="en-US" baseline="-25000"/>
              <a:t>1</a:t>
            </a:r>
            <a:r>
              <a:rPr lang="en-US"/>
              <a:t> + B</a:t>
            </a:r>
            <a:r>
              <a:rPr lang="en-US" baseline="-25000"/>
              <a:t>2</a:t>
            </a:r>
            <a:r>
              <a:rPr lang="en-US"/>
              <a:t> ) = A</a:t>
            </a:r>
            <a:r>
              <a:rPr lang="en-US" baseline="-25000"/>
              <a:t>1 </a:t>
            </a:r>
            <a:r>
              <a:rPr lang="en-US" b="0">
                <a:solidFill>
                  <a:schemeClr val="dk1"/>
                </a:solidFill>
              </a:rPr>
              <a:t>*</a:t>
            </a:r>
            <a:r>
              <a:rPr lang="en-US"/>
              <a:t> B</a:t>
            </a:r>
            <a:r>
              <a:rPr lang="en-US" baseline="-25000"/>
              <a:t>1</a:t>
            </a:r>
            <a:r>
              <a:rPr lang="en-US"/>
              <a:t> + (A</a:t>
            </a:r>
            <a:r>
              <a:rPr lang="en-US" baseline="-25000"/>
              <a:t>1 </a:t>
            </a:r>
            <a:r>
              <a:rPr lang="en-US" b="0">
                <a:solidFill>
                  <a:srgbClr val="FF6600"/>
                </a:solidFill>
              </a:rPr>
              <a:t>*</a:t>
            </a:r>
            <a:r>
              <a:rPr lang="en-US"/>
              <a:t> B</a:t>
            </a:r>
            <a:r>
              <a:rPr lang="en-US" baseline="-25000"/>
              <a:t>2 </a:t>
            </a:r>
            <a:r>
              <a:rPr lang="en-US"/>
              <a:t>+ A</a:t>
            </a:r>
            <a:r>
              <a:rPr lang="en-US" baseline="-25000"/>
              <a:t>2 </a:t>
            </a:r>
            <a:r>
              <a:rPr lang="en-US" b="0">
                <a:solidFill>
                  <a:srgbClr val="FF6600"/>
                </a:solidFill>
              </a:rPr>
              <a:t>*</a:t>
            </a:r>
            <a:r>
              <a:rPr lang="en-US"/>
              <a:t> B</a:t>
            </a:r>
            <a:r>
              <a:rPr lang="en-US" baseline="-25000"/>
              <a:t>1</a:t>
            </a:r>
            <a:r>
              <a:rPr lang="en-US"/>
              <a:t>) + A</a:t>
            </a:r>
            <a:r>
              <a:rPr lang="en-US" baseline="-25000"/>
              <a:t>2 </a:t>
            </a:r>
            <a:r>
              <a:rPr lang="en-US" b="0">
                <a:solidFill>
                  <a:schemeClr val="dk1"/>
                </a:solidFill>
              </a:rPr>
              <a:t>*</a:t>
            </a:r>
            <a:r>
              <a:rPr lang="en-US"/>
              <a:t> B</a:t>
            </a:r>
            <a:r>
              <a:rPr lang="en-US" baseline="-25000"/>
              <a:t>2,</a:t>
            </a:r>
            <a:br>
              <a:rPr lang="en-US" baseline="-25000"/>
            </a:br>
            <a:br>
              <a:rPr lang="en-US"/>
            </a:br>
            <a:r>
              <a:rPr lang="en-US"/>
              <a:t>I.e., (A</a:t>
            </a:r>
            <a:r>
              <a:rPr lang="en-US" baseline="-25000"/>
              <a:t>1 </a:t>
            </a:r>
            <a:r>
              <a:rPr lang="en-US" b="0">
                <a:solidFill>
                  <a:srgbClr val="FF6600"/>
                </a:solidFill>
              </a:rPr>
              <a:t>*</a:t>
            </a:r>
            <a:r>
              <a:rPr lang="en-US"/>
              <a:t> B</a:t>
            </a:r>
            <a:r>
              <a:rPr lang="en-US" baseline="-25000"/>
              <a:t>2 </a:t>
            </a:r>
            <a:r>
              <a:rPr lang="en-US"/>
              <a:t>+ A</a:t>
            </a:r>
            <a:r>
              <a:rPr lang="en-US" baseline="-25000"/>
              <a:t>2 </a:t>
            </a:r>
            <a:r>
              <a:rPr lang="en-US" b="0">
                <a:solidFill>
                  <a:srgbClr val="FF6600"/>
                </a:solidFill>
              </a:rPr>
              <a:t>*</a:t>
            </a:r>
            <a:r>
              <a:rPr lang="en-US"/>
              <a:t> B</a:t>
            </a:r>
            <a:r>
              <a:rPr lang="en-US" baseline="-25000"/>
              <a:t>1</a:t>
            </a:r>
            <a:r>
              <a:rPr lang="en-US"/>
              <a:t>) = (A</a:t>
            </a:r>
            <a:r>
              <a:rPr lang="en-US" baseline="-25000"/>
              <a:t>1</a:t>
            </a:r>
            <a:r>
              <a:rPr lang="en-US"/>
              <a:t> + A</a:t>
            </a:r>
            <a:r>
              <a:rPr lang="en-US" baseline="-25000"/>
              <a:t>2</a:t>
            </a:r>
            <a:r>
              <a:rPr lang="en-US"/>
              <a:t> ) </a:t>
            </a:r>
            <a:r>
              <a:rPr lang="en-US" b="0">
                <a:solidFill>
                  <a:srgbClr val="FF6600"/>
                </a:solidFill>
              </a:rPr>
              <a:t>*</a:t>
            </a:r>
            <a:r>
              <a:rPr lang="en-US"/>
              <a:t> (B</a:t>
            </a:r>
            <a:r>
              <a:rPr lang="en-US" baseline="-25000"/>
              <a:t>1</a:t>
            </a:r>
            <a:r>
              <a:rPr lang="en-US"/>
              <a:t> + B</a:t>
            </a:r>
            <a:r>
              <a:rPr lang="en-US" baseline="-25000"/>
              <a:t>2</a:t>
            </a:r>
            <a:r>
              <a:rPr lang="en-US"/>
              <a:t> ) - A</a:t>
            </a:r>
            <a:r>
              <a:rPr lang="en-US" baseline="-25000"/>
              <a:t>1 </a:t>
            </a:r>
            <a:r>
              <a:rPr lang="en-US" b="0">
                <a:solidFill>
                  <a:schemeClr val="dk1"/>
                </a:solidFill>
              </a:rPr>
              <a:t>*</a:t>
            </a:r>
            <a:r>
              <a:rPr lang="en-US"/>
              <a:t> B</a:t>
            </a:r>
            <a:r>
              <a:rPr lang="en-US" baseline="-25000"/>
              <a:t>1</a:t>
            </a:r>
            <a:r>
              <a:rPr lang="en-US"/>
              <a:t> - A</a:t>
            </a:r>
            <a:r>
              <a:rPr lang="en-US" baseline="-25000"/>
              <a:t>2 </a:t>
            </a:r>
            <a:r>
              <a:rPr lang="en-US" b="0">
                <a:solidFill>
                  <a:schemeClr val="dk1"/>
                </a:solidFill>
              </a:rPr>
              <a:t>*</a:t>
            </a:r>
            <a:r>
              <a:rPr lang="en-US"/>
              <a:t> B</a:t>
            </a:r>
            <a:r>
              <a:rPr lang="en-US" baseline="-25000"/>
              <a:t>2,</a:t>
            </a:r>
            <a:r>
              <a:rPr lang="en-US"/>
              <a:t> </a:t>
            </a:r>
            <a:br>
              <a:rPr lang="en-US"/>
            </a:br>
            <a:r>
              <a:rPr lang="en-US"/>
              <a:t>which requires only 3 multiplications at the expense of (4-1) extra add/sub.</a:t>
            </a:r>
            <a:endParaRPr/>
          </a:p>
          <a:p>
            <a:pPr marL="0" lvl="0" indent="0" algn="l" rtl="0">
              <a:lnSpc>
                <a:spcPct val="110000"/>
              </a:lnSpc>
              <a:spcBef>
                <a:spcPts val="560"/>
              </a:spcBef>
              <a:spcAft>
                <a:spcPts val="0"/>
              </a:spcAft>
              <a:buSzPts val="1800"/>
              <a:buNone/>
            </a:pPr>
            <a:br>
              <a:rPr lang="en-US"/>
            </a:br>
            <a:r>
              <a:rPr lang="en-US"/>
              <a:t>Recurrence for the  number of multiplications M(</a:t>
            </a:r>
            <a:r>
              <a:rPr lang="en-US" i="1"/>
              <a:t>n</a:t>
            </a:r>
            <a:r>
              <a:rPr lang="en-US"/>
              <a:t>):</a:t>
            </a:r>
            <a:br>
              <a:rPr lang="en-US"/>
            </a:br>
            <a:r>
              <a:rPr lang="en-US"/>
              <a:t>                             M(</a:t>
            </a:r>
            <a:r>
              <a:rPr lang="en-US" i="1"/>
              <a:t>n</a:t>
            </a:r>
            <a:r>
              <a:rPr lang="en-US"/>
              <a:t>) = 3</a:t>
            </a:r>
            <a:r>
              <a:rPr lang="en-US" i="1"/>
              <a:t>M</a:t>
            </a:r>
            <a:r>
              <a:rPr lang="en-US"/>
              <a:t>(</a:t>
            </a:r>
            <a:r>
              <a:rPr lang="en-US" i="1"/>
              <a:t>n</a:t>
            </a:r>
            <a:r>
              <a:rPr lang="en-US"/>
              <a:t>/2),   M(1) = 1</a:t>
            </a:r>
            <a:br>
              <a:rPr lang="en-US"/>
            </a:br>
            <a:r>
              <a:rPr lang="en-US"/>
              <a:t>Solution: M(</a:t>
            </a:r>
            <a:r>
              <a:rPr lang="en-US" i="1"/>
              <a:t>n</a:t>
            </a:r>
            <a:r>
              <a:rPr lang="en-US"/>
              <a:t>) </a:t>
            </a:r>
            <a:r>
              <a:rPr lang="en-US">
                <a:solidFill>
                  <a:schemeClr val="accent2"/>
                </a:solidFill>
              </a:rPr>
              <a:t>= 3</a:t>
            </a:r>
            <a:r>
              <a:rPr lang="en-US" sz="2800" baseline="30000">
                <a:solidFill>
                  <a:schemeClr val="accent2"/>
                </a:solidFill>
              </a:rPr>
              <a:t>log </a:t>
            </a:r>
            <a:r>
              <a:rPr lang="en-US" baseline="30000">
                <a:solidFill>
                  <a:schemeClr val="accent2"/>
                </a:solidFill>
              </a:rPr>
              <a:t>2</a:t>
            </a:r>
            <a:r>
              <a:rPr lang="en-US" sz="2800" i="1" baseline="30000">
                <a:solidFill>
                  <a:schemeClr val="accent2"/>
                </a:solidFill>
              </a:rPr>
              <a:t>n</a:t>
            </a:r>
            <a:r>
              <a:rPr lang="en-US" baseline="30000"/>
              <a:t> </a:t>
            </a:r>
            <a:r>
              <a:rPr lang="en-US"/>
              <a:t>= </a:t>
            </a:r>
            <a:r>
              <a:rPr lang="en-US" i="1"/>
              <a:t>n</a:t>
            </a:r>
            <a:r>
              <a:rPr lang="en-US" sz="2800" baseline="30000"/>
              <a:t>log</a:t>
            </a:r>
            <a:r>
              <a:rPr lang="en-US" baseline="30000"/>
              <a:t> 2</a:t>
            </a:r>
            <a:r>
              <a:rPr lang="en-US" sz="2800" baseline="30000"/>
              <a:t>3</a:t>
            </a:r>
            <a:r>
              <a:rPr lang="en-US" baseline="30000"/>
              <a:t> </a:t>
            </a:r>
            <a:r>
              <a:rPr lang="en-US">
                <a:latin typeface="Merriweather Sans"/>
                <a:ea typeface="Merriweather Sans"/>
                <a:cs typeface="Merriweather Sans"/>
                <a:sym typeface="Merriweather Sans"/>
              </a:rPr>
              <a:t>≈</a:t>
            </a:r>
            <a:r>
              <a:rPr lang="en-US"/>
              <a:t> </a:t>
            </a:r>
            <a:r>
              <a:rPr lang="en-US" i="1"/>
              <a:t>n</a:t>
            </a:r>
            <a:r>
              <a:rPr lang="en-US" baseline="30000"/>
              <a:t>1.585 </a:t>
            </a:r>
            <a:endParaRPr/>
          </a:p>
        </p:txBody>
      </p:sp>
      <p:sp>
        <p:nvSpPr>
          <p:cNvPr id="898" name="Google Shape;898;p53"/>
          <p:cNvSpPr txBox="1"/>
          <p:nvPr/>
        </p:nvSpPr>
        <p:spPr>
          <a:xfrm>
            <a:off x="8382000" y="5562601"/>
            <a:ext cx="2286000" cy="10064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FF9933"/>
                </a:solidFill>
                <a:latin typeface="Times New Roman"/>
                <a:ea typeface="Times New Roman"/>
                <a:cs typeface="Times New Roman"/>
                <a:sym typeface="Times New Roman"/>
              </a:rPr>
              <a:t>What if we count both multiplications and additions?</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98"/>
                                        </p:tgtEl>
                                        <p:attrNameLst>
                                          <p:attrName>style.visibility</p:attrName>
                                        </p:attrNameLst>
                                      </p:cBhvr>
                                      <p:to>
                                        <p:strVal val="visible"/>
                                      </p:to>
                                    </p:set>
                                    <p:anim calcmode="lin" valueType="num">
                                      <p:cBhvr additive="base">
                                        <p:cTn id="7" dur="1000"/>
                                        <p:tgtEl>
                                          <p:spTgt spid="8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54"/>
          <p:cNvSpPr txBox="1">
            <a:spLocks noGrp="1"/>
          </p:cNvSpPr>
          <p:nvPr>
            <p:ph type="title"/>
          </p:nvPr>
        </p:nvSpPr>
        <p:spPr>
          <a:xfrm>
            <a:off x="2057400" y="152400"/>
            <a:ext cx="8610600" cy="685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t>Example of Large-Integer Multiplication</a:t>
            </a:r>
            <a:r>
              <a:rPr lang="en-US" sz="3200"/>
              <a:t> </a:t>
            </a:r>
            <a:endParaRPr/>
          </a:p>
        </p:txBody>
      </p:sp>
      <p:sp>
        <p:nvSpPr>
          <p:cNvPr id="905" name="Google Shape;905;p54"/>
          <p:cNvSpPr txBox="1">
            <a:spLocks noGrp="1"/>
          </p:cNvSpPr>
          <p:nvPr>
            <p:ph type="body" idx="1"/>
          </p:nvPr>
        </p:nvSpPr>
        <p:spPr>
          <a:xfrm>
            <a:off x="1524000" y="914400"/>
            <a:ext cx="9144000" cy="57150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1800"/>
              <a:buFont typeface="Arial"/>
              <a:buNone/>
            </a:pPr>
            <a:r>
              <a:rPr lang="en-US"/>
              <a:t> </a:t>
            </a:r>
            <a:endParaRPr/>
          </a:p>
        </p:txBody>
      </p:sp>
      <p:sp>
        <p:nvSpPr>
          <p:cNvPr id="906" name="Google Shape;906;p54"/>
          <p:cNvSpPr/>
          <p:nvPr/>
        </p:nvSpPr>
        <p:spPr>
          <a:xfrm>
            <a:off x="2057400" y="1295400"/>
            <a:ext cx="1981200" cy="45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FFFF99"/>
                </a:solidFill>
                <a:latin typeface="Times New Roman"/>
                <a:ea typeface="Times New Roman"/>
                <a:cs typeface="Times New Roman"/>
                <a:sym typeface="Times New Roman"/>
              </a:rPr>
              <a:t>2135 </a:t>
            </a:r>
            <a:r>
              <a:rPr lang="en-US" sz="2400" b="0" i="0" u="none" strike="noStrike" cap="none">
                <a:solidFill>
                  <a:srgbClr val="FFFF99"/>
                </a:solidFill>
                <a:latin typeface="Times New Roman"/>
                <a:ea typeface="Times New Roman"/>
                <a:cs typeface="Times New Roman"/>
                <a:sym typeface="Times New Roman"/>
              </a:rPr>
              <a:t>*</a:t>
            </a:r>
            <a:r>
              <a:rPr lang="en-US" sz="2400" b="1" i="0" u="none" strike="noStrike" cap="none">
                <a:solidFill>
                  <a:srgbClr val="FFFF99"/>
                </a:solidFill>
                <a:latin typeface="Times New Roman"/>
                <a:ea typeface="Times New Roman"/>
                <a:cs typeface="Times New Roman"/>
                <a:sym typeface="Times New Roman"/>
              </a:rPr>
              <a:t> 4014</a:t>
            </a:r>
            <a:endParaRPr sz="1400" b="0" i="0" u="none" strike="noStrike" cap="none">
              <a:solidFill>
                <a:srgbClr val="000000"/>
              </a:solidFill>
              <a:latin typeface="Arial"/>
              <a:ea typeface="Arial"/>
              <a:cs typeface="Arial"/>
              <a:sym typeface="Arial"/>
            </a:endParaRPr>
          </a:p>
        </p:txBody>
      </p:sp>
      <p:sp>
        <p:nvSpPr>
          <p:cNvPr id="907" name="Google Shape;907;p54"/>
          <p:cNvSpPr txBox="1"/>
          <p:nvPr/>
        </p:nvSpPr>
        <p:spPr>
          <a:xfrm>
            <a:off x="2286000" y="2057401"/>
            <a:ext cx="7848600" cy="489364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FFFFFF"/>
                </a:solidFill>
                <a:latin typeface="Times New Roman"/>
                <a:ea typeface="Times New Roman"/>
                <a:cs typeface="Times New Roman"/>
                <a:sym typeface="Times New Roman"/>
              </a:rPr>
              <a:t>= (21*10^2 + 35) * (40*10^2 + 14)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400"/>
              <a:buFont typeface="Arial"/>
              <a:buNone/>
            </a:pPr>
            <a:r>
              <a:rPr lang="en-US" sz="2400" b="0" i="0" u="none" strike="noStrike" cap="none">
                <a:solidFill>
                  <a:srgbClr val="FFFFFF"/>
                </a:solidFill>
                <a:latin typeface="Times New Roman"/>
                <a:ea typeface="Times New Roman"/>
                <a:cs typeface="Times New Roman"/>
                <a:sym typeface="Times New Roman"/>
              </a:rPr>
              <a:t>= (21</a:t>
            </a:r>
            <a:r>
              <a:rPr lang="en-US" sz="2400" b="0" i="0" u="none" strike="noStrike" cap="none">
                <a:solidFill>
                  <a:srgbClr val="001932"/>
                </a:solidFill>
                <a:latin typeface="Times New Roman"/>
                <a:ea typeface="Times New Roman"/>
                <a:cs typeface="Times New Roman"/>
                <a:sym typeface="Times New Roman"/>
              </a:rPr>
              <a:t>*</a:t>
            </a:r>
            <a:r>
              <a:rPr lang="en-US" sz="2400" b="0" i="0" u="none" strike="noStrike" cap="none">
                <a:solidFill>
                  <a:srgbClr val="FFFFFF"/>
                </a:solidFill>
                <a:latin typeface="Times New Roman"/>
                <a:ea typeface="Times New Roman"/>
                <a:cs typeface="Times New Roman"/>
                <a:sym typeface="Times New Roman"/>
              </a:rPr>
              <a:t>40)*10^4 + c1*10^2 + 35</a:t>
            </a:r>
            <a:r>
              <a:rPr lang="en-US" sz="2400" b="0" i="0" u="none" strike="noStrike" cap="none">
                <a:solidFill>
                  <a:srgbClr val="001932"/>
                </a:solidFill>
                <a:latin typeface="Times New Roman"/>
                <a:ea typeface="Times New Roman"/>
                <a:cs typeface="Times New Roman"/>
                <a:sym typeface="Times New Roman"/>
              </a:rPr>
              <a:t>*</a:t>
            </a:r>
            <a:r>
              <a:rPr lang="en-US" sz="2400" b="0" i="0" u="none" strike="noStrike" cap="none">
                <a:solidFill>
                  <a:srgbClr val="FFFFFF"/>
                </a:solidFill>
                <a:latin typeface="Times New Roman"/>
                <a:ea typeface="Times New Roman"/>
                <a:cs typeface="Times New Roman"/>
                <a:sym typeface="Times New Roman"/>
              </a:rPr>
              <a:t>14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400"/>
              <a:buFont typeface="Arial"/>
              <a:buNone/>
            </a:pPr>
            <a:r>
              <a:rPr lang="en-US" sz="2400" b="0" i="0" u="none" strike="noStrike" cap="none">
                <a:solidFill>
                  <a:srgbClr val="FFFFFF"/>
                </a:solidFill>
                <a:latin typeface="Times New Roman"/>
                <a:ea typeface="Times New Roman"/>
                <a:cs typeface="Times New Roman"/>
                <a:sym typeface="Times New Roman"/>
              </a:rPr>
              <a:t>where c1 = (21+35)</a:t>
            </a:r>
            <a:r>
              <a:rPr lang="en-US" sz="2400" b="0" i="0" u="none" strike="noStrike" cap="none">
                <a:solidFill>
                  <a:srgbClr val="FF6600"/>
                </a:solidFill>
                <a:latin typeface="Times New Roman"/>
                <a:ea typeface="Times New Roman"/>
                <a:cs typeface="Times New Roman"/>
                <a:sym typeface="Times New Roman"/>
              </a:rPr>
              <a:t>*</a:t>
            </a:r>
            <a:r>
              <a:rPr lang="en-US" sz="2400" b="0" i="0" u="none" strike="noStrike" cap="none">
                <a:solidFill>
                  <a:srgbClr val="FFFFFF"/>
                </a:solidFill>
                <a:latin typeface="Times New Roman"/>
                <a:ea typeface="Times New Roman"/>
                <a:cs typeface="Times New Roman"/>
                <a:sym typeface="Times New Roman"/>
              </a:rPr>
              <a:t>(40+14) - 21</a:t>
            </a:r>
            <a:r>
              <a:rPr lang="en-US" sz="2400" b="0" i="0" u="none" strike="noStrike" cap="none">
                <a:solidFill>
                  <a:srgbClr val="001932"/>
                </a:solidFill>
                <a:latin typeface="Times New Roman"/>
                <a:ea typeface="Times New Roman"/>
                <a:cs typeface="Times New Roman"/>
                <a:sym typeface="Times New Roman"/>
              </a:rPr>
              <a:t>*</a:t>
            </a:r>
            <a:r>
              <a:rPr lang="en-US" sz="2400" b="0" i="0" u="none" strike="noStrike" cap="none">
                <a:solidFill>
                  <a:srgbClr val="FFFFFF"/>
                </a:solidFill>
                <a:latin typeface="Times New Roman"/>
                <a:ea typeface="Times New Roman"/>
                <a:cs typeface="Times New Roman"/>
                <a:sym typeface="Times New Roman"/>
              </a:rPr>
              <a:t>40 - 35</a:t>
            </a:r>
            <a:r>
              <a:rPr lang="en-US" sz="2400" b="0" i="0" u="none" strike="noStrike" cap="none">
                <a:solidFill>
                  <a:srgbClr val="001932"/>
                </a:solidFill>
                <a:latin typeface="Times New Roman"/>
                <a:ea typeface="Times New Roman"/>
                <a:cs typeface="Times New Roman"/>
                <a:sym typeface="Times New Roman"/>
              </a:rPr>
              <a:t>*</a:t>
            </a:r>
            <a:r>
              <a:rPr lang="en-US" sz="2400" b="0" i="0" u="none" strike="noStrike" cap="none">
                <a:solidFill>
                  <a:srgbClr val="FFFFFF"/>
                </a:solidFill>
                <a:latin typeface="Times New Roman"/>
                <a:ea typeface="Times New Roman"/>
                <a:cs typeface="Times New Roman"/>
                <a:sym typeface="Times New Roman"/>
              </a:rPr>
              <a:t>14, and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400"/>
              <a:buFont typeface="Arial"/>
              <a:buNone/>
            </a:pPr>
            <a:r>
              <a:rPr lang="en-US" sz="2400" b="0" i="0" u="none" strike="noStrike" cap="none">
                <a:solidFill>
                  <a:srgbClr val="FFFFFF"/>
                </a:solidFill>
                <a:latin typeface="Times New Roman"/>
                <a:ea typeface="Times New Roman"/>
                <a:cs typeface="Times New Roman"/>
                <a:sym typeface="Times New Roman"/>
              </a:rPr>
              <a:t>21*40 = (2*10 + 1) * (4*10 + 0)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400"/>
              <a:buFont typeface="Arial"/>
              <a:buNone/>
            </a:pPr>
            <a:r>
              <a:rPr lang="en-US" sz="2400" b="0" i="0" u="none" strike="noStrike" cap="none">
                <a:solidFill>
                  <a:srgbClr val="FFFFFF"/>
                </a:solidFill>
                <a:latin typeface="Times New Roman"/>
                <a:ea typeface="Times New Roman"/>
                <a:cs typeface="Times New Roman"/>
                <a:sym typeface="Times New Roman"/>
              </a:rPr>
              <a:t>           = (2</a:t>
            </a:r>
            <a:r>
              <a:rPr lang="en-US" sz="2400" b="0" i="0" u="none" strike="noStrike" cap="none">
                <a:solidFill>
                  <a:srgbClr val="001932"/>
                </a:solidFill>
                <a:latin typeface="Times New Roman"/>
                <a:ea typeface="Times New Roman"/>
                <a:cs typeface="Times New Roman"/>
                <a:sym typeface="Times New Roman"/>
              </a:rPr>
              <a:t>*</a:t>
            </a:r>
            <a:r>
              <a:rPr lang="en-US" sz="2400" b="0" i="0" u="none" strike="noStrike" cap="none">
                <a:solidFill>
                  <a:srgbClr val="FFFFFF"/>
                </a:solidFill>
                <a:latin typeface="Times New Roman"/>
                <a:ea typeface="Times New Roman"/>
                <a:cs typeface="Times New Roman"/>
                <a:sym typeface="Times New Roman"/>
              </a:rPr>
              <a:t>4)*10^2 + c2*10 + 1</a:t>
            </a:r>
            <a:r>
              <a:rPr lang="en-US" sz="2400" b="0" i="0" u="none" strike="noStrike" cap="none">
                <a:solidFill>
                  <a:srgbClr val="001932"/>
                </a:solidFill>
                <a:latin typeface="Times New Roman"/>
                <a:ea typeface="Times New Roman"/>
                <a:cs typeface="Times New Roman"/>
                <a:sym typeface="Times New Roman"/>
              </a:rPr>
              <a:t>*</a:t>
            </a:r>
            <a:r>
              <a:rPr lang="en-US" sz="2400" b="0" i="0" u="none" strike="noStrike" cap="none">
                <a:solidFill>
                  <a:srgbClr val="FFFFFF"/>
                </a:solidFill>
                <a:latin typeface="Times New Roman"/>
                <a:ea typeface="Times New Roman"/>
                <a:cs typeface="Times New Roman"/>
                <a:sym typeface="Times New Roman"/>
              </a:rPr>
              <a:t>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400"/>
              <a:buFont typeface="Arial"/>
              <a:buNone/>
            </a:pPr>
            <a:r>
              <a:rPr lang="en-US" sz="2400" b="0" i="0" u="none" strike="noStrike" cap="none">
                <a:solidFill>
                  <a:srgbClr val="FFFFFF"/>
                </a:solidFill>
                <a:latin typeface="Times New Roman"/>
                <a:ea typeface="Times New Roman"/>
                <a:cs typeface="Times New Roman"/>
                <a:sym typeface="Times New Roman"/>
              </a:rPr>
              <a:t>where c2 = (2+1)</a:t>
            </a:r>
            <a:r>
              <a:rPr lang="en-US" sz="2400" b="0" i="0" u="none" strike="noStrike" cap="none">
                <a:solidFill>
                  <a:srgbClr val="FF6600"/>
                </a:solidFill>
                <a:latin typeface="Times New Roman"/>
                <a:ea typeface="Times New Roman"/>
                <a:cs typeface="Times New Roman"/>
                <a:sym typeface="Times New Roman"/>
              </a:rPr>
              <a:t>*</a:t>
            </a:r>
            <a:r>
              <a:rPr lang="en-US" sz="2400" b="0" i="0" u="none" strike="noStrike" cap="none">
                <a:solidFill>
                  <a:srgbClr val="FFFFFF"/>
                </a:solidFill>
                <a:latin typeface="Times New Roman"/>
                <a:ea typeface="Times New Roman"/>
                <a:cs typeface="Times New Roman"/>
                <a:sym typeface="Times New Roman"/>
              </a:rPr>
              <a:t>(4+0) - 2</a:t>
            </a:r>
            <a:r>
              <a:rPr lang="en-US" sz="2400" b="0" i="0" u="none" strike="noStrike" cap="none">
                <a:solidFill>
                  <a:srgbClr val="001932"/>
                </a:solidFill>
                <a:latin typeface="Times New Roman"/>
                <a:ea typeface="Times New Roman"/>
                <a:cs typeface="Times New Roman"/>
                <a:sym typeface="Times New Roman"/>
              </a:rPr>
              <a:t>*</a:t>
            </a:r>
            <a:r>
              <a:rPr lang="en-US" sz="2400" b="0" i="0" u="none" strike="noStrike" cap="none">
                <a:solidFill>
                  <a:srgbClr val="FFFFFF"/>
                </a:solidFill>
                <a:latin typeface="Times New Roman"/>
                <a:ea typeface="Times New Roman"/>
                <a:cs typeface="Times New Roman"/>
                <a:sym typeface="Times New Roman"/>
              </a:rPr>
              <a:t>4 - 1</a:t>
            </a:r>
            <a:r>
              <a:rPr lang="en-US" sz="2400" b="0" i="0" u="none" strike="noStrike" cap="none">
                <a:solidFill>
                  <a:srgbClr val="001932"/>
                </a:solidFill>
                <a:latin typeface="Times New Roman"/>
                <a:ea typeface="Times New Roman"/>
                <a:cs typeface="Times New Roman"/>
                <a:sym typeface="Times New Roman"/>
              </a:rPr>
              <a:t>*</a:t>
            </a:r>
            <a:r>
              <a:rPr lang="en-US" sz="2400" b="0" i="0" u="none" strike="noStrike" cap="none">
                <a:solidFill>
                  <a:srgbClr val="FFFFFF"/>
                </a:solidFill>
                <a:latin typeface="Times New Roman"/>
                <a:ea typeface="Times New Roman"/>
                <a:cs typeface="Times New Roman"/>
                <a:sym typeface="Times New Roman"/>
              </a:rPr>
              <a:t>0, etc.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400"/>
              <a:buFont typeface="Arial"/>
              <a:buNone/>
            </a:pPr>
            <a:endParaRPr sz="2400" b="0" i="0" u="none" strike="noStrike" cap="none">
              <a:solidFill>
                <a:srgbClr val="FFFFFF"/>
              </a:solidFill>
              <a:latin typeface="Times New Roman"/>
              <a:ea typeface="Times New Roman"/>
              <a:cs typeface="Times New Roman"/>
              <a:sym typeface="Times New Roman"/>
            </a:endParaRPr>
          </a:p>
          <a:p>
            <a:pPr marL="0" marR="0" lvl="0" indent="0" algn="l" rtl="0">
              <a:lnSpc>
                <a:spcPct val="100000"/>
              </a:lnSpc>
              <a:spcBef>
                <a:spcPts val="1200"/>
              </a:spcBef>
              <a:spcAft>
                <a:spcPts val="0"/>
              </a:spcAft>
              <a:buClr>
                <a:srgbClr val="000000"/>
              </a:buClr>
              <a:buSzPts val="2400"/>
              <a:buFont typeface="Arial"/>
              <a:buNone/>
            </a:pPr>
            <a:r>
              <a:rPr lang="en-US" sz="2400" b="0" i="0" u="none" strike="noStrike" cap="none">
                <a:solidFill>
                  <a:srgbClr val="FF9933"/>
                </a:solidFill>
                <a:latin typeface="Times New Roman"/>
                <a:ea typeface="Times New Roman"/>
                <a:cs typeface="Times New Roman"/>
                <a:sym typeface="Times New Roman"/>
              </a:rPr>
              <a:t>This process requires 9 digit multiplications as opposed to 16.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2400"/>
              <a:buFont typeface="Arial"/>
              <a:buNone/>
            </a:pPr>
            <a:endParaRPr sz="2400" b="0" i="0" u="none" strike="noStrike" cap="none">
              <a:solidFill>
                <a:srgbClr val="FF9933"/>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07"/>
                                        </p:tgtEl>
                                        <p:attrNameLst>
                                          <p:attrName>style.visibility</p:attrName>
                                        </p:attrNameLst>
                                      </p:cBhvr>
                                      <p:to>
                                        <p:strVal val="visible"/>
                                      </p:to>
                                    </p:set>
                                    <p:anim calcmode="lin" valueType="num">
                                      <p:cBhvr additive="base">
                                        <p:cTn id="7" dur="1000"/>
                                        <p:tgtEl>
                                          <p:spTgt spid="90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55"/>
          <p:cNvSpPr txBox="1">
            <a:spLocks noGrp="1"/>
          </p:cNvSpPr>
          <p:nvPr>
            <p:ph type="title"/>
          </p:nvPr>
        </p:nvSpPr>
        <p:spPr>
          <a:xfrm>
            <a:off x="1541780" y="362804"/>
            <a:ext cx="10058400" cy="968440"/>
          </a:xfrm>
          <a:prstGeom prst="rect">
            <a:avLst/>
          </a:prstGeom>
          <a:noFill/>
          <a:ln>
            <a:noFill/>
          </a:ln>
        </p:spPr>
        <p:txBody>
          <a:bodyPr spcFirstLastPara="1" wrap="square" lIns="91425" tIns="45700" rIns="91425" bIns="45700" anchor="b" anchorCtr="0">
            <a:normAutofit/>
          </a:bodyPr>
          <a:lstStyle/>
          <a:p>
            <a:pPr marL="0" lvl="0" indent="0" algn="l" rtl="0">
              <a:lnSpc>
                <a:spcPct val="110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References</a:t>
            </a:r>
            <a:endParaRPr>
              <a:solidFill>
                <a:srgbClr val="00B050"/>
              </a:solidFill>
              <a:latin typeface="Times New Roman"/>
              <a:ea typeface="Times New Roman"/>
              <a:cs typeface="Times New Roman"/>
              <a:sym typeface="Times New Roman"/>
            </a:endParaRPr>
          </a:p>
        </p:txBody>
      </p:sp>
      <p:sp>
        <p:nvSpPr>
          <p:cNvPr id="915" name="Google Shape;915;p55"/>
          <p:cNvSpPr txBox="1">
            <a:spLocks noGrp="1"/>
          </p:cNvSpPr>
          <p:nvPr>
            <p:ph type="body" idx="1"/>
          </p:nvPr>
        </p:nvSpPr>
        <p:spPr>
          <a:xfrm>
            <a:off x="995680" y="1816101"/>
            <a:ext cx="10216803" cy="4539828"/>
          </a:xfrm>
          <a:prstGeom prst="rect">
            <a:avLst/>
          </a:prstGeom>
          <a:noFill/>
          <a:ln>
            <a:noFill/>
          </a:ln>
        </p:spPr>
        <p:txBody>
          <a:bodyPr spcFirstLastPara="1" wrap="square" lIns="0" tIns="45700" rIns="0" bIns="45700" anchor="t" anchorCtr="0">
            <a:noAutofit/>
          </a:bodyPr>
          <a:lstStyle/>
          <a:p>
            <a:pPr marL="91440" lvl="0" indent="0" algn="l" rtl="0">
              <a:lnSpc>
                <a:spcPct val="110000"/>
              </a:lnSpc>
              <a:spcBef>
                <a:spcPts val="0"/>
              </a:spcBef>
              <a:spcAft>
                <a:spcPts val="0"/>
              </a:spcAft>
              <a:buSzPts val="3200"/>
              <a:buFont typeface="Noto Sans Symbols"/>
              <a:buNone/>
            </a:pPr>
            <a:endParaRPr sz="3200">
              <a:solidFill>
                <a:srgbClr val="00B050"/>
              </a:solidFill>
              <a:latin typeface="Times New Roman"/>
              <a:ea typeface="Times New Roman"/>
              <a:cs typeface="Times New Roman"/>
              <a:sym typeface="Times New Roman"/>
            </a:endParaRPr>
          </a:p>
          <a:p>
            <a:pPr marL="457200" lvl="0" indent="-457200" algn="l" rtl="0">
              <a:lnSpc>
                <a:spcPct val="90000"/>
              </a:lnSpc>
              <a:spcBef>
                <a:spcPts val="1400"/>
              </a:spcBef>
              <a:spcAft>
                <a:spcPts val="0"/>
              </a:spcAft>
              <a:buSzPts val="2400"/>
              <a:buFont typeface="Calibri"/>
              <a:buAutoNum type="arabicPeriod"/>
            </a:pPr>
            <a:r>
              <a:rPr lang="en-US" sz="2400"/>
              <a:t>Thomas H Cormen and Charles E.L Leiserson, "Introduction to Algorithm" PHI Third Edition</a:t>
            </a:r>
            <a:endParaRPr sz="2400"/>
          </a:p>
          <a:p>
            <a:pPr marL="457200" lvl="0" indent="-457200" algn="l" rtl="0">
              <a:lnSpc>
                <a:spcPct val="90000"/>
              </a:lnSpc>
              <a:spcBef>
                <a:spcPts val="1400"/>
              </a:spcBef>
              <a:spcAft>
                <a:spcPts val="0"/>
              </a:spcAft>
              <a:buSzPts val="2400"/>
              <a:buFont typeface="Calibri"/>
              <a:buAutoNum type="arabicPeriod"/>
            </a:pPr>
            <a:r>
              <a:rPr lang="en-US" sz="2400"/>
              <a:t>Horowitz and Sahani, "Fundamentals of Computer Algorithms", 2ND Edition. University Press, ISBN: 978 81 7371 6126, 81 7371 61262.</a:t>
            </a:r>
            <a:endParaRPr sz="2400"/>
          </a:p>
          <a:p>
            <a:pPr marL="91440" lvl="0" indent="0" algn="l" rtl="0">
              <a:lnSpc>
                <a:spcPct val="90000"/>
              </a:lnSpc>
              <a:spcBef>
                <a:spcPts val="1400"/>
              </a:spcBef>
              <a:spcAft>
                <a:spcPts val="0"/>
              </a:spcAft>
              <a:buSzPts val="2400"/>
              <a:buNone/>
            </a:pPr>
            <a:endParaRPr sz="2400">
              <a:solidFill>
                <a:srgbClr val="00B050"/>
              </a:solidFill>
              <a:latin typeface="Times New Roman"/>
              <a:ea typeface="Times New Roman"/>
              <a:cs typeface="Times New Roman"/>
              <a:sym typeface="Times New Roman"/>
            </a:endParaRPr>
          </a:p>
        </p:txBody>
      </p:sp>
      <p:pic>
        <p:nvPicPr>
          <p:cNvPr id="916" name="Google Shape;916;p55"/>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g2a4cc99e909_1_8"/>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Unit 2 : Greedy strategy</a:t>
            </a:r>
            <a:endParaRPr/>
          </a:p>
        </p:txBody>
      </p:sp>
      <p:sp>
        <p:nvSpPr>
          <p:cNvPr id="922" name="Google Shape;922;g2a4cc99e909_1_8"/>
          <p:cNvSpPr txBox="1">
            <a:spLocks noGrp="1"/>
          </p:cNvSpPr>
          <p:nvPr>
            <p:ph type="body" idx="1"/>
          </p:nvPr>
        </p:nvSpPr>
        <p:spPr>
          <a:xfrm>
            <a:off x="1463040" y="1845734"/>
            <a:ext cx="13411200" cy="40233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2400"/>
              <a:buFont typeface="Noto Sans Symbols"/>
              <a:buChar char="■"/>
            </a:pPr>
            <a:r>
              <a:rPr lang="en-US" sz="4000" b="0" i="0" u="none" strike="noStrike" cap="none">
                <a:solidFill>
                  <a:schemeClr val="dk1"/>
                </a:solidFill>
                <a:latin typeface="Times New Roman"/>
                <a:ea typeface="Times New Roman"/>
                <a:cs typeface="Times New Roman"/>
                <a:sym typeface="Times New Roman"/>
              </a:rPr>
              <a:t>Principle, control abstraction </a:t>
            </a:r>
            <a:endParaRPr/>
          </a:p>
          <a:p>
            <a:pPr marL="342900" marR="0" lvl="0" indent="-342900" algn="l" rtl="0">
              <a:lnSpc>
                <a:spcPct val="100000"/>
              </a:lnSpc>
              <a:spcBef>
                <a:spcPts val="800"/>
              </a:spcBef>
              <a:spcAft>
                <a:spcPts val="0"/>
              </a:spcAft>
              <a:buClr>
                <a:schemeClr val="folHlink"/>
              </a:buClr>
              <a:buSzPts val="2400"/>
              <a:buFont typeface="Noto Sans Symbols"/>
              <a:buChar char="■"/>
            </a:pPr>
            <a:r>
              <a:rPr lang="en-US" sz="4000" b="0" i="0" u="none" strike="noStrike" cap="none">
                <a:solidFill>
                  <a:schemeClr val="dk1"/>
                </a:solidFill>
                <a:latin typeface="Times New Roman"/>
                <a:ea typeface="Times New Roman"/>
                <a:cs typeface="Times New Roman"/>
                <a:sym typeface="Times New Roman"/>
              </a:rPr>
              <a:t>Knapsack problem</a:t>
            </a:r>
            <a:endParaRPr/>
          </a:p>
          <a:p>
            <a:pPr marL="342900" marR="0" lvl="0" indent="-342900" algn="l" rtl="0">
              <a:lnSpc>
                <a:spcPct val="100000"/>
              </a:lnSpc>
              <a:spcBef>
                <a:spcPts val="800"/>
              </a:spcBef>
              <a:spcAft>
                <a:spcPts val="0"/>
              </a:spcAft>
              <a:buClr>
                <a:schemeClr val="folHlink"/>
              </a:buClr>
              <a:buSzPts val="2400"/>
              <a:buFont typeface="Noto Sans Symbols"/>
              <a:buChar char="■"/>
            </a:pPr>
            <a:r>
              <a:rPr lang="en-US" sz="4000" b="0" i="0" u="none" strike="noStrike" cap="none">
                <a:solidFill>
                  <a:schemeClr val="dk1"/>
                </a:solidFill>
                <a:latin typeface="Times New Roman"/>
                <a:ea typeface="Times New Roman"/>
                <a:cs typeface="Times New Roman"/>
                <a:sym typeface="Times New Roman"/>
              </a:rPr>
              <a:t>Job sequencing with Deadlines</a:t>
            </a:r>
            <a:endParaRPr/>
          </a:p>
          <a:p>
            <a:pPr marL="342900" marR="0" lvl="0" indent="-342900" algn="l" rtl="0">
              <a:lnSpc>
                <a:spcPct val="100000"/>
              </a:lnSpc>
              <a:spcBef>
                <a:spcPts val="800"/>
              </a:spcBef>
              <a:spcAft>
                <a:spcPts val="0"/>
              </a:spcAft>
              <a:buClr>
                <a:schemeClr val="folHlink"/>
              </a:buClr>
              <a:buSzPts val="2400"/>
              <a:buFont typeface="Noto Sans Symbols"/>
              <a:buChar char="■"/>
            </a:pPr>
            <a:r>
              <a:rPr lang="en-US" sz="4000" b="0" i="0" u="none" strike="noStrike" cap="none">
                <a:solidFill>
                  <a:schemeClr val="dk1"/>
                </a:solidFill>
                <a:latin typeface="Times New Roman"/>
                <a:ea typeface="Times New Roman"/>
                <a:cs typeface="Times New Roman"/>
                <a:sym typeface="Times New Roman"/>
              </a:rPr>
              <a:t>Huffman Encoding</a:t>
            </a:r>
            <a:endParaRPr/>
          </a:p>
        </p:txBody>
      </p:sp>
      <p:sp>
        <p:nvSpPr>
          <p:cNvPr id="923" name="Google Shape;923;g2a4cc99e909_1_8"/>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a4cc99e909_1_14"/>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52</a:t>
            </a:fld>
            <a:endParaRPr/>
          </a:p>
        </p:txBody>
      </p:sp>
      <p:sp>
        <p:nvSpPr>
          <p:cNvPr id="933" name="Google Shape;933;g2a4cc99e909_1_14"/>
          <p:cNvSpPr txBox="1"/>
          <p:nvPr/>
        </p:nvSpPr>
        <p:spPr>
          <a:xfrm>
            <a:off x="914400" y="6248400"/>
            <a:ext cx="25401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34" name="Google Shape;934;g2a4cc99e909_1_14"/>
          <p:cNvSpPr txBox="1"/>
          <p:nvPr/>
        </p:nvSpPr>
        <p:spPr>
          <a:xfrm>
            <a:off x="4165600" y="6248400"/>
            <a:ext cx="38607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35" name="Google Shape;935;g2a4cc99e909_1_14"/>
          <p:cNvSpPr txBox="1">
            <a:spLocks noGrp="1"/>
          </p:cNvSpPr>
          <p:nvPr>
            <p:ph type="title"/>
          </p:nvPr>
        </p:nvSpPr>
        <p:spPr>
          <a:xfrm>
            <a:off x="1625600" y="304800"/>
            <a:ext cx="10390800" cy="762000"/>
          </a:xfrm>
          <a:prstGeom prst="rect">
            <a:avLst/>
          </a:prstGeom>
          <a:noFill/>
          <a:ln>
            <a:noFill/>
          </a:ln>
        </p:spPr>
        <p:txBody>
          <a:bodyPr spcFirstLastPara="1" wrap="square" lIns="90475" tIns="44450" rIns="90475" bIns="44450" anchor="ctr"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Optimization problems</a:t>
            </a:r>
            <a:endParaRPr/>
          </a:p>
        </p:txBody>
      </p:sp>
      <p:sp>
        <p:nvSpPr>
          <p:cNvPr id="936" name="Google Shape;936;g2a4cc99e909_1_14"/>
          <p:cNvSpPr txBox="1">
            <a:spLocks noGrp="1"/>
          </p:cNvSpPr>
          <p:nvPr>
            <p:ph type="body" idx="1"/>
          </p:nvPr>
        </p:nvSpPr>
        <p:spPr>
          <a:xfrm>
            <a:off x="914400" y="1524000"/>
            <a:ext cx="10363200" cy="4953000"/>
          </a:xfrm>
          <a:prstGeom prst="rect">
            <a:avLst/>
          </a:prstGeom>
          <a:noFill/>
          <a:ln>
            <a:noFill/>
          </a:ln>
        </p:spPr>
        <p:txBody>
          <a:bodyPr spcFirstLastPara="1" wrap="square" lIns="90475" tIns="44450" rIns="90475" bIns="44450" anchor="t" anchorCtr="0">
            <a:noAutofit/>
          </a:bodyPr>
          <a:lstStyle/>
          <a:p>
            <a:pPr marL="34290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An </a:t>
            </a:r>
            <a:r>
              <a:rPr lang="en-US" sz="2800" b="0" i="0" u="none">
                <a:solidFill>
                  <a:schemeClr val="dk2"/>
                </a:solidFill>
                <a:latin typeface="Times New Roman"/>
                <a:ea typeface="Times New Roman"/>
                <a:cs typeface="Times New Roman"/>
                <a:sym typeface="Times New Roman"/>
              </a:rPr>
              <a:t>optimization problem</a:t>
            </a:r>
            <a:r>
              <a:rPr lang="en-US" sz="2800" b="0" i="0" u="none">
                <a:solidFill>
                  <a:schemeClr val="dk1"/>
                </a:solidFill>
                <a:latin typeface="Times New Roman"/>
                <a:ea typeface="Times New Roman"/>
                <a:cs typeface="Times New Roman"/>
                <a:sym typeface="Times New Roman"/>
              </a:rPr>
              <a:t> is one in which you want to find, not just </a:t>
            </a:r>
            <a:r>
              <a:rPr lang="en-US" sz="2800" b="0" i="1" u="none">
                <a:solidFill>
                  <a:schemeClr val="dk1"/>
                </a:solidFill>
                <a:latin typeface="Times New Roman"/>
                <a:ea typeface="Times New Roman"/>
                <a:cs typeface="Times New Roman"/>
                <a:sym typeface="Times New Roman"/>
              </a:rPr>
              <a:t>a</a:t>
            </a:r>
            <a:r>
              <a:rPr lang="en-US" sz="2800" b="0" i="0" u="none">
                <a:solidFill>
                  <a:schemeClr val="dk1"/>
                </a:solidFill>
                <a:latin typeface="Times New Roman"/>
                <a:ea typeface="Times New Roman"/>
                <a:cs typeface="Times New Roman"/>
                <a:sym typeface="Times New Roman"/>
              </a:rPr>
              <a:t> solution, but the </a:t>
            </a:r>
            <a:r>
              <a:rPr lang="en-US" sz="2800" b="0" i="1" u="none">
                <a:solidFill>
                  <a:schemeClr val="dk1"/>
                </a:solidFill>
                <a:latin typeface="Times New Roman"/>
                <a:ea typeface="Times New Roman"/>
                <a:cs typeface="Times New Roman"/>
                <a:sym typeface="Times New Roman"/>
              </a:rPr>
              <a:t>best</a:t>
            </a:r>
            <a:r>
              <a:rPr lang="en-US" sz="2800" b="0" i="0" u="none">
                <a:solidFill>
                  <a:schemeClr val="dk1"/>
                </a:solidFill>
                <a:latin typeface="Times New Roman"/>
                <a:ea typeface="Times New Roman"/>
                <a:cs typeface="Times New Roman"/>
                <a:sym typeface="Times New Roman"/>
              </a:rPr>
              <a:t> solution</a:t>
            </a:r>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 “greedy algorithm” sometimes works well for optimization problems</a:t>
            </a:r>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 </a:t>
            </a:r>
            <a:r>
              <a:rPr lang="en-US" sz="2800" b="0" i="0" u="none">
                <a:solidFill>
                  <a:schemeClr val="dk2"/>
                </a:solidFill>
                <a:latin typeface="Times New Roman"/>
                <a:ea typeface="Times New Roman"/>
                <a:cs typeface="Times New Roman"/>
                <a:sym typeface="Times New Roman"/>
              </a:rPr>
              <a:t>greedy algorithm</a:t>
            </a:r>
            <a:r>
              <a:rPr lang="en-US" sz="2800" b="0" i="0" u="none">
                <a:solidFill>
                  <a:schemeClr val="dk1"/>
                </a:solidFill>
                <a:latin typeface="Times New Roman"/>
                <a:ea typeface="Times New Roman"/>
                <a:cs typeface="Times New Roman"/>
                <a:sym typeface="Times New Roman"/>
              </a:rPr>
              <a:t> works in phases. At each phase:</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You take the best you can get right now, without regard for future consequences</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You hope that by choosing a </a:t>
            </a:r>
            <a:r>
              <a:rPr lang="en-US" sz="2400" b="0" i="1" u="none">
                <a:solidFill>
                  <a:schemeClr val="dk1"/>
                </a:solidFill>
                <a:latin typeface="Times New Roman"/>
                <a:ea typeface="Times New Roman"/>
                <a:cs typeface="Times New Roman"/>
                <a:sym typeface="Times New Roman"/>
              </a:rPr>
              <a:t>local</a:t>
            </a:r>
            <a:r>
              <a:rPr lang="en-US" sz="2400" b="0" i="0" u="none">
                <a:solidFill>
                  <a:schemeClr val="dk1"/>
                </a:solidFill>
                <a:latin typeface="Times New Roman"/>
                <a:ea typeface="Times New Roman"/>
                <a:cs typeface="Times New Roman"/>
                <a:sym typeface="Times New Roman"/>
              </a:rPr>
              <a:t> optimum at each step, you will end up at a </a:t>
            </a:r>
            <a:r>
              <a:rPr lang="en-US" sz="2400" b="0" i="1" u="none">
                <a:solidFill>
                  <a:schemeClr val="dk1"/>
                </a:solidFill>
                <a:latin typeface="Times New Roman"/>
                <a:ea typeface="Times New Roman"/>
                <a:cs typeface="Times New Roman"/>
                <a:sym typeface="Times New Roman"/>
              </a:rPr>
              <a:t>global</a:t>
            </a:r>
            <a:r>
              <a:rPr lang="en-US" sz="2400" b="0" i="0" u="none">
                <a:solidFill>
                  <a:schemeClr val="dk1"/>
                </a:solidFill>
                <a:latin typeface="Times New Roman"/>
                <a:ea typeface="Times New Roman"/>
                <a:cs typeface="Times New Roman"/>
                <a:sym typeface="Times New Roman"/>
              </a:rPr>
              <a:t> optimum</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2a4cc99e909_1_26"/>
          <p:cNvSpPr txBox="1">
            <a:spLocks noGrp="1"/>
          </p:cNvSpPr>
          <p:nvPr>
            <p:ph type="title"/>
          </p:nvPr>
        </p:nvSpPr>
        <p:spPr>
          <a:xfrm>
            <a:off x="1625600" y="-152400"/>
            <a:ext cx="109728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Introduction : Greedy Method</a:t>
            </a:r>
            <a:endParaRPr/>
          </a:p>
        </p:txBody>
      </p:sp>
      <p:sp>
        <p:nvSpPr>
          <p:cNvPr id="942" name="Google Shape;942;g2a4cc99e909_1_26"/>
          <p:cNvSpPr txBox="1">
            <a:spLocks noGrp="1"/>
          </p:cNvSpPr>
          <p:nvPr>
            <p:ph type="body" idx="1"/>
          </p:nvPr>
        </p:nvSpPr>
        <p:spPr>
          <a:xfrm>
            <a:off x="609600" y="1295400"/>
            <a:ext cx="10972800" cy="5562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20000"/>
              </a:lnSpc>
              <a:spcBef>
                <a:spcPts val="0"/>
              </a:spcBef>
              <a:spcAft>
                <a:spcPts val="0"/>
              </a:spcAft>
              <a:buClr>
                <a:schemeClr val="folHlink"/>
              </a:buClr>
              <a:buSzPts val="1680"/>
              <a:buFont typeface="Noto Sans Symbols"/>
              <a:buChar char="■"/>
            </a:pPr>
            <a:r>
              <a:rPr lang="en-US" sz="2800" b="0" i="0" u="none" strike="noStrike" cap="none">
                <a:solidFill>
                  <a:schemeClr val="dk1"/>
                </a:solidFill>
                <a:latin typeface="Times New Roman"/>
                <a:ea typeface="Times New Roman"/>
                <a:cs typeface="Times New Roman"/>
                <a:sym typeface="Times New Roman"/>
              </a:rPr>
              <a:t>A </a:t>
            </a:r>
            <a:r>
              <a:rPr lang="en-US" sz="2800" b="0" i="0" u="none" strike="noStrike" cap="none">
                <a:solidFill>
                  <a:srgbClr val="FF0000"/>
                </a:solidFill>
                <a:latin typeface="Times New Roman"/>
                <a:ea typeface="Times New Roman"/>
                <a:cs typeface="Times New Roman"/>
                <a:sym typeface="Times New Roman"/>
              </a:rPr>
              <a:t>greedy algorithm </a:t>
            </a:r>
            <a:r>
              <a:rPr lang="en-US" sz="2800" b="0" i="0" u="none" strike="noStrike" cap="none">
                <a:solidFill>
                  <a:schemeClr val="dk1"/>
                </a:solidFill>
                <a:latin typeface="Times New Roman"/>
                <a:ea typeface="Times New Roman"/>
                <a:cs typeface="Times New Roman"/>
                <a:sym typeface="Times New Roman"/>
              </a:rPr>
              <a:t>for an optimization problem always makes  the choice that </a:t>
            </a:r>
            <a:r>
              <a:rPr lang="en-US" sz="2800" b="0" i="0" u="none" strike="noStrike" cap="none">
                <a:solidFill>
                  <a:srgbClr val="0000FF"/>
                </a:solidFill>
                <a:latin typeface="Times New Roman"/>
                <a:ea typeface="Times New Roman"/>
                <a:cs typeface="Times New Roman"/>
                <a:sym typeface="Times New Roman"/>
              </a:rPr>
              <a:t>looks best at the moment </a:t>
            </a:r>
            <a:r>
              <a:rPr lang="en-US" sz="2800" b="0" i="0" u="none" strike="noStrike" cap="none">
                <a:solidFill>
                  <a:schemeClr val="dk1"/>
                </a:solidFill>
                <a:latin typeface="Times New Roman"/>
                <a:ea typeface="Times New Roman"/>
                <a:cs typeface="Times New Roman"/>
                <a:sym typeface="Times New Roman"/>
              </a:rPr>
              <a:t>and adds it to the  current subsolution.</a:t>
            </a:r>
            <a:endParaRPr/>
          </a:p>
          <a:p>
            <a:pPr marL="342900" marR="0" lvl="0" indent="-236220" algn="l" rtl="0">
              <a:lnSpc>
                <a:spcPct val="120000"/>
              </a:lnSpc>
              <a:spcBef>
                <a:spcPts val="560"/>
              </a:spcBef>
              <a:spcAft>
                <a:spcPts val="0"/>
              </a:spcAft>
              <a:buClr>
                <a:schemeClr val="folHlink"/>
              </a:buClr>
              <a:buSzPts val="1680"/>
              <a:buFont typeface="Noto Sans Symbols"/>
              <a:buNone/>
            </a:pPr>
            <a:endParaRPr sz="2800" b="0" i="0" u="none" strike="noStrike" cap="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300"/>
              </a:spcBef>
              <a:spcAft>
                <a:spcPts val="0"/>
              </a:spcAft>
              <a:buClr>
                <a:schemeClr val="folHlink"/>
              </a:buClr>
              <a:buSzPts val="1680"/>
              <a:buFont typeface="Noto Sans Symbols"/>
              <a:buChar char="■"/>
            </a:pPr>
            <a:r>
              <a:rPr lang="en-US" sz="2800" b="0" i="0" u="none" strike="noStrike" cap="none">
                <a:solidFill>
                  <a:schemeClr val="dk1"/>
                </a:solidFill>
                <a:latin typeface="Times New Roman"/>
                <a:ea typeface="Times New Roman"/>
                <a:cs typeface="Times New Roman"/>
                <a:sym typeface="Times New Roman"/>
              </a:rPr>
              <a:t>Final output is an optimal solution.</a:t>
            </a:r>
            <a:endParaRPr/>
          </a:p>
          <a:p>
            <a:pPr marL="342900" marR="0" lvl="0" indent="-236220" algn="l" rtl="0">
              <a:lnSpc>
                <a:spcPct val="100000"/>
              </a:lnSpc>
              <a:spcBef>
                <a:spcPts val="300"/>
              </a:spcBef>
              <a:spcAft>
                <a:spcPts val="0"/>
              </a:spcAft>
              <a:buClr>
                <a:schemeClr val="folHlink"/>
              </a:buClr>
              <a:buSzPts val="1680"/>
              <a:buFont typeface="Noto Sans Symbols"/>
              <a:buNone/>
            </a:pPr>
            <a:endParaRPr sz="2800" b="0" i="0" u="none" strike="noStrike" cap="none">
              <a:solidFill>
                <a:schemeClr val="dk1"/>
              </a:solidFill>
              <a:latin typeface="Times New Roman"/>
              <a:ea typeface="Times New Roman"/>
              <a:cs typeface="Times New Roman"/>
              <a:sym typeface="Times New Roman"/>
            </a:endParaRPr>
          </a:p>
          <a:p>
            <a:pPr marL="342900" marR="0" lvl="0" indent="-342900" algn="l" rtl="0">
              <a:lnSpc>
                <a:spcPct val="103000"/>
              </a:lnSpc>
              <a:spcBef>
                <a:spcPts val="300"/>
              </a:spcBef>
              <a:spcAft>
                <a:spcPts val="0"/>
              </a:spcAft>
              <a:buClr>
                <a:schemeClr val="folHlink"/>
              </a:buClr>
              <a:buSzPts val="1680"/>
              <a:buFont typeface="Noto Sans Symbols"/>
              <a:buChar char="■"/>
            </a:pPr>
            <a:r>
              <a:rPr lang="en-US" sz="2800" b="0" i="0" u="none" strike="noStrike" cap="none">
                <a:solidFill>
                  <a:schemeClr val="dk1"/>
                </a:solidFill>
                <a:latin typeface="Times New Roman"/>
                <a:ea typeface="Times New Roman"/>
                <a:cs typeface="Times New Roman"/>
                <a:sym typeface="Times New Roman"/>
              </a:rPr>
              <a:t>Greedy algorithms don’t always yield optimal solutions but,  when they do, they’re usually the simplest and most efficient  algorithms available.</a:t>
            </a:r>
            <a:endParaRPr/>
          </a:p>
          <a:p>
            <a:pPr marL="342900" marR="0" lvl="0" indent="-198120" algn="l" rtl="0">
              <a:lnSpc>
                <a:spcPct val="120000"/>
              </a:lnSpc>
              <a:spcBef>
                <a:spcPts val="760"/>
              </a:spcBef>
              <a:spcAft>
                <a:spcPts val="0"/>
              </a:spcAft>
              <a:buClr>
                <a:schemeClr val="folHlink"/>
              </a:buClr>
              <a:buSzPts val="2280"/>
              <a:buFont typeface="Noto Sans Symbols"/>
              <a:buNone/>
            </a:pPr>
            <a:endParaRPr sz="3800" b="0" i="0" u="none" strike="noStrike" cap="none">
              <a:solidFill>
                <a:schemeClr val="dk1"/>
              </a:solidFill>
              <a:latin typeface="Times New Roman"/>
              <a:ea typeface="Times New Roman"/>
              <a:cs typeface="Times New Roman"/>
              <a:sym typeface="Times New Roman"/>
            </a:endParaRPr>
          </a:p>
          <a:p>
            <a:pPr marL="342900" marR="0" lvl="0" indent="-198120" algn="l" rtl="0">
              <a:spcBef>
                <a:spcPts val="760"/>
              </a:spcBef>
              <a:spcAft>
                <a:spcPts val="0"/>
              </a:spcAft>
              <a:buClr>
                <a:schemeClr val="folHlink"/>
              </a:buClr>
              <a:buSzPts val="2280"/>
              <a:buFont typeface="Noto Sans Symbols"/>
              <a:buNone/>
            </a:pPr>
            <a:endParaRPr sz="3800" b="0" i="0" u="none">
              <a:solidFill>
                <a:schemeClr val="dk1"/>
              </a:solidFill>
              <a:latin typeface="Times New Roman"/>
              <a:ea typeface="Times New Roman"/>
              <a:cs typeface="Times New Roman"/>
              <a:sym typeface="Times New Roman"/>
            </a:endParaRPr>
          </a:p>
        </p:txBody>
      </p:sp>
      <p:sp>
        <p:nvSpPr>
          <p:cNvPr id="943" name="Google Shape;943;g2a4cc99e909_1_26"/>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a4cc99e909_1_32"/>
          <p:cNvSpPr txBox="1">
            <a:spLocks noGrp="1"/>
          </p:cNvSpPr>
          <p:nvPr>
            <p:ph type="body" idx="1"/>
          </p:nvPr>
        </p:nvSpPr>
        <p:spPr>
          <a:xfrm>
            <a:off x="1463040" y="1845734"/>
            <a:ext cx="13411200" cy="40233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It is used to solve problems that have ‘n’ inputs and require us to obtain a subset that </a:t>
            </a:r>
            <a:r>
              <a:rPr lang="en-US" sz="2800" b="1" i="0" u="none">
                <a:solidFill>
                  <a:schemeClr val="dk1"/>
                </a:solidFill>
                <a:latin typeface="Times New Roman"/>
                <a:ea typeface="Times New Roman"/>
                <a:cs typeface="Times New Roman"/>
                <a:sym typeface="Times New Roman"/>
              </a:rPr>
              <a:t>satisfies some constraints</a:t>
            </a:r>
            <a:r>
              <a:rPr lang="en-US" sz="28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Any subset that satisfied the constraints is called as a </a:t>
            </a:r>
            <a:r>
              <a:rPr lang="en-US" sz="2800" b="1" i="0" u="none">
                <a:solidFill>
                  <a:schemeClr val="dk1"/>
                </a:solidFill>
                <a:latin typeface="Times New Roman"/>
                <a:ea typeface="Times New Roman"/>
                <a:cs typeface="Times New Roman"/>
                <a:sym typeface="Times New Roman"/>
              </a:rPr>
              <a:t>feasible</a:t>
            </a:r>
            <a:r>
              <a:rPr lang="en-US" sz="2800" b="0" i="0" u="none">
                <a:solidFill>
                  <a:schemeClr val="dk1"/>
                </a:solidFill>
                <a:latin typeface="Times New Roman"/>
                <a:ea typeface="Times New Roman"/>
                <a:cs typeface="Times New Roman"/>
                <a:sym typeface="Times New Roman"/>
              </a:rPr>
              <a:t> solution. </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We need to find the optimum feasible solution i.e. the feasible solution that optimizes the given </a:t>
            </a:r>
            <a:r>
              <a:rPr lang="en-US" sz="2800" b="1" i="0" u="none">
                <a:solidFill>
                  <a:schemeClr val="dk1"/>
                </a:solidFill>
                <a:latin typeface="Times New Roman"/>
                <a:ea typeface="Times New Roman"/>
                <a:cs typeface="Times New Roman"/>
                <a:sym typeface="Times New Roman"/>
              </a:rPr>
              <a:t>objective functions</a:t>
            </a:r>
            <a:r>
              <a:rPr lang="en-US" sz="2800" b="0" i="0" u="none">
                <a:solidFill>
                  <a:schemeClr val="dk1"/>
                </a:solidFill>
                <a:latin typeface="Times New Roman"/>
                <a:ea typeface="Times New Roman"/>
                <a:cs typeface="Times New Roman"/>
                <a:sym typeface="Times New Roman"/>
              </a:rPr>
              <a:t>.</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It works in stages. At each stage, At each stage a decision is made regarding weather or particular input is in the optimum solution.</a:t>
            </a:r>
            <a:endParaRPr/>
          </a:p>
          <a:p>
            <a:pPr marL="342900" marR="0" lvl="0" indent="-236220" algn="l" rtl="0">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p:txBody>
      </p:sp>
      <p:sp>
        <p:nvSpPr>
          <p:cNvPr id="949" name="Google Shape;949;g2a4cc99e909_1_32"/>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54</a:t>
            </a:fld>
            <a:endParaRPr/>
          </a:p>
        </p:txBody>
      </p:sp>
      <p:sp>
        <p:nvSpPr>
          <p:cNvPr id="950" name="Google Shape;950;g2a4cc99e909_1_32"/>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Introduction : Greedy Method</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a4cc99e909_1_38"/>
          <p:cNvSpPr txBox="1">
            <a:spLocks noGrp="1"/>
          </p:cNvSpPr>
          <p:nvPr>
            <p:ph type="body" idx="1"/>
          </p:nvPr>
        </p:nvSpPr>
        <p:spPr>
          <a:xfrm>
            <a:off x="508000" y="1143000"/>
            <a:ext cx="11432100" cy="4761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The greedy method suggests that one can divide the algorithm that works in stages. Considering one input at a time. </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At each stage a decision is made regarding weather or particular input is in the optimum solution.</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 For this purpose all the inputs must be arranged </a:t>
            </a:r>
            <a:r>
              <a:rPr lang="en-US" sz="2800" b="1" i="0" u="none">
                <a:solidFill>
                  <a:schemeClr val="dk1"/>
                </a:solidFill>
                <a:latin typeface="Times New Roman"/>
                <a:ea typeface="Times New Roman"/>
                <a:cs typeface="Times New Roman"/>
                <a:sym typeface="Times New Roman"/>
              </a:rPr>
              <a:t>in a particular order by using a selection process</a:t>
            </a:r>
            <a:r>
              <a:rPr lang="en-US" sz="2800" b="0" i="0" u="none">
                <a:solidFill>
                  <a:schemeClr val="dk1"/>
                </a:solidFill>
                <a:latin typeface="Times New Roman"/>
                <a:ea typeface="Times New Roman"/>
                <a:cs typeface="Times New Roman"/>
                <a:sym typeface="Times New Roman"/>
              </a:rPr>
              <a:t>.</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 If the inclusion of next input in to the partially constructed solution will result in an infeasible solution then the input will not be considered and will not be added to partially constructed set otherwise it is added.</a:t>
            </a:r>
            <a:endParaRPr/>
          </a:p>
          <a:p>
            <a:pPr marL="342900" marR="0" lvl="0" indent="-342900" algn="l" rtl="0">
              <a:lnSpc>
                <a:spcPct val="100000"/>
              </a:lnSpc>
              <a:spcBef>
                <a:spcPts val="560"/>
              </a:spcBef>
              <a:spcAft>
                <a:spcPts val="0"/>
              </a:spcAft>
              <a:buClr>
                <a:schemeClr val="folHlink"/>
              </a:buClr>
              <a:buSzPts val="1680"/>
              <a:buFont typeface="Noto Sans Symbols"/>
              <a:buChar char="■"/>
            </a:pPr>
            <a:r>
              <a:rPr lang="en-US" sz="2800" b="0" i="0" u="none">
                <a:solidFill>
                  <a:srgbClr val="0000FF"/>
                </a:solidFill>
                <a:latin typeface="Times New Roman"/>
                <a:ea typeface="Times New Roman"/>
                <a:cs typeface="Times New Roman"/>
                <a:sym typeface="Times New Roman"/>
              </a:rPr>
              <a:t>CHANGE-MAKING PROBLEM (coin changing)</a:t>
            </a:r>
            <a:endParaRPr/>
          </a:p>
          <a:p>
            <a:pPr marL="342900" marR="0" lvl="0" indent="-23622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marR="0" lvl="0" indent="-23622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marR="0" lvl="0" indent="-236220" algn="l" rtl="0">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p:txBody>
      </p:sp>
      <p:sp>
        <p:nvSpPr>
          <p:cNvPr id="956" name="Google Shape;956;g2a4cc99e909_1_38"/>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55</a:t>
            </a:fld>
            <a:endParaRPr/>
          </a:p>
        </p:txBody>
      </p:sp>
      <p:sp>
        <p:nvSpPr>
          <p:cNvPr id="957" name="Google Shape;957;g2a4cc99e909_1_38"/>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Introduction : Greedy Method</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a4cc99e909_1_44"/>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56</a:t>
            </a:fld>
            <a:endParaRPr/>
          </a:p>
        </p:txBody>
      </p:sp>
      <p:sp>
        <p:nvSpPr>
          <p:cNvPr id="963" name="Google Shape;963;g2a4cc99e909_1_44"/>
          <p:cNvSpPr txBox="1"/>
          <p:nvPr/>
        </p:nvSpPr>
        <p:spPr>
          <a:xfrm>
            <a:off x="914400" y="228600"/>
            <a:ext cx="10363200" cy="7620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993300"/>
              </a:buClr>
              <a:buSzPts val="4000"/>
              <a:buFont typeface="Times New Roman"/>
              <a:buNone/>
            </a:pPr>
            <a:r>
              <a:rPr lang="en-US" sz="4000" b="1" i="0" u="none">
                <a:solidFill>
                  <a:srgbClr val="993300"/>
                </a:solidFill>
                <a:latin typeface="Times New Roman"/>
                <a:ea typeface="Times New Roman"/>
                <a:cs typeface="Times New Roman"/>
                <a:sym typeface="Times New Roman"/>
              </a:rPr>
              <a:t>Coin Changing</a:t>
            </a:r>
            <a:endParaRPr/>
          </a:p>
        </p:txBody>
      </p:sp>
      <p:sp>
        <p:nvSpPr>
          <p:cNvPr id="964" name="Google Shape;964;g2a4cc99e909_1_44"/>
          <p:cNvSpPr txBox="1"/>
          <p:nvPr/>
        </p:nvSpPr>
        <p:spPr>
          <a:xfrm>
            <a:off x="609600" y="1219200"/>
            <a:ext cx="11074500" cy="205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An optimal solution to the coin changing problem is the minimum number of coins whose total value equals a specified amount.  For example what is the minimum number of coins (current U.S. mint) needed to total 83 cents.</a:t>
            </a:r>
            <a:endParaRPr/>
          </a:p>
          <a:p>
            <a:pPr marL="0" marR="0" lvl="0" indent="0" algn="l" rtl="0">
              <a:lnSpc>
                <a:spcPct val="90000"/>
              </a:lnSpc>
              <a:spcBef>
                <a:spcPts val="0"/>
              </a:spcBef>
              <a:spcAft>
                <a:spcPts val="0"/>
              </a:spcAft>
              <a:buClr>
                <a:schemeClr val="dk2"/>
              </a:buClr>
              <a:buSzPts val="2400"/>
              <a:buFont typeface="Times New Roman"/>
              <a:buNone/>
            </a:pPr>
            <a:r>
              <a:rPr lang="en-US" sz="2400" b="0" i="0" u="none">
                <a:solidFill>
                  <a:schemeClr val="dk2"/>
                </a:solidFill>
                <a:latin typeface="Times New Roman"/>
                <a:ea typeface="Times New Roman"/>
                <a:cs typeface="Times New Roman"/>
                <a:sym typeface="Times New Roman"/>
              </a:rPr>
              <a:t>Objective function:</a:t>
            </a:r>
            <a:r>
              <a:rPr lang="en-US" sz="2400" b="0" i="0" u="none">
                <a:solidFill>
                  <a:schemeClr val="dk1"/>
                </a:solidFill>
                <a:latin typeface="Times New Roman"/>
                <a:ea typeface="Times New Roman"/>
                <a:cs typeface="Times New Roman"/>
                <a:sym typeface="Times New Roman"/>
              </a:rPr>
              <a:t> Minimize number of coins returned.</a:t>
            </a:r>
            <a:endParaRPr/>
          </a:p>
          <a:p>
            <a:pPr marL="0" marR="0" lvl="0" indent="0" algn="l" rtl="0">
              <a:lnSpc>
                <a:spcPct val="90000"/>
              </a:lnSpc>
              <a:spcBef>
                <a:spcPts val="0"/>
              </a:spcBef>
              <a:spcAft>
                <a:spcPts val="0"/>
              </a:spcAft>
              <a:buClr>
                <a:schemeClr val="dk2"/>
              </a:buClr>
              <a:buSzPts val="2400"/>
              <a:buFont typeface="Times New Roman"/>
              <a:buNone/>
            </a:pPr>
            <a:r>
              <a:rPr lang="en-US" sz="2400" b="0" i="0" u="none">
                <a:solidFill>
                  <a:schemeClr val="dk2"/>
                </a:solidFill>
                <a:latin typeface="Times New Roman"/>
                <a:ea typeface="Times New Roman"/>
                <a:cs typeface="Times New Roman"/>
                <a:sym typeface="Times New Roman"/>
              </a:rPr>
              <a:t>Greedy solution:</a:t>
            </a:r>
            <a:r>
              <a:rPr lang="en-US" sz="2400" b="0" i="0" u="none">
                <a:solidFill>
                  <a:schemeClr val="dk1"/>
                </a:solidFill>
                <a:latin typeface="Times New Roman"/>
                <a:ea typeface="Times New Roman"/>
                <a:cs typeface="Times New Roman"/>
                <a:sym typeface="Times New Roman"/>
              </a:rPr>
              <a:t> Always return the largest coin you can</a:t>
            </a:r>
            <a:endParaRPr/>
          </a:p>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grpSp>
        <p:nvGrpSpPr>
          <p:cNvPr id="965" name="Google Shape;965;g2a4cc99e909_1_44"/>
          <p:cNvGrpSpPr/>
          <p:nvPr/>
        </p:nvGrpSpPr>
        <p:grpSpPr>
          <a:xfrm>
            <a:off x="609600" y="3171825"/>
            <a:ext cx="1382183" cy="995363"/>
            <a:chOff x="288" y="1596"/>
            <a:chExt cx="653" cy="627"/>
          </a:xfrm>
        </p:grpSpPr>
        <p:sp>
          <p:nvSpPr>
            <p:cNvPr id="966" name="Google Shape;966;g2a4cc99e909_1_44"/>
            <p:cNvSpPr/>
            <p:nvPr/>
          </p:nvSpPr>
          <p:spPr>
            <a:xfrm>
              <a:off x="341" y="1623"/>
              <a:ext cx="600" cy="6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67" name="Google Shape;967;g2a4cc99e909_1_44"/>
            <p:cNvSpPr/>
            <p:nvPr/>
          </p:nvSpPr>
          <p:spPr>
            <a:xfrm>
              <a:off x="288" y="1596"/>
              <a:ext cx="600" cy="600"/>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68" name="Google Shape;968;g2a4cc99e909_1_44"/>
            <p:cNvSpPr/>
            <p:nvPr/>
          </p:nvSpPr>
          <p:spPr>
            <a:xfrm>
              <a:off x="435" y="1731"/>
              <a:ext cx="197" cy="204"/>
            </a:xfrm>
            <a:prstGeom prst="rect">
              <a:avLst/>
            </a:prstGeom>
          </p:spPr>
          <p:txBody>
            <a:bodyPr>
              <a:prstTxWarp prst="textPlain">
                <a:avLst/>
              </a:prstTxWarp>
            </a:bodyPr>
            <a:lstStyle/>
            <a:p>
              <a:pPr lvl="0" algn="l"/>
              <a:r>
                <a:rPr b="0" i="0">
                  <a:ln>
                    <a:noFill/>
                  </a:ln>
                  <a:solidFill>
                    <a:srgbClr val="B2B2B2"/>
                  </a:solidFill>
                  <a:latin typeface="Arial Black"/>
                </a:rPr>
                <a:t>25 </a:t>
              </a:r>
            </a:p>
          </p:txBody>
        </p:sp>
      </p:grpSp>
      <p:grpSp>
        <p:nvGrpSpPr>
          <p:cNvPr id="969" name="Google Shape;969;g2a4cc99e909_1_44"/>
          <p:cNvGrpSpPr/>
          <p:nvPr/>
        </p:nvGrpSpPr>
        <p:grpSpPr>
          <a:xfrm>
            <a:off x="812800" y="4124325"/>
            <a:ext cx="696383" cy="490538"/>
            <a:chOff x="384" y="2196"/>
            <a:chExt cx="329" cy="309"/>
          </a:xfrm>
        </p:grpSpPr>
        <p:sp>
          <p:nvSpPr>
            <p:cNvPr id="970" name="Google Shape;970;g2a4cc99e909_1_44"/>
            <p:cNvSpPr/>
            <p:nvPr/>
          </p:nvSpPr>
          <p:spPr>
            <a:xfrm>
              <a:off x="413" y="2205"/>
              <a:ext cx="300" cy="3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71" name="Google Shape;971;g2a4cc99e909_1_44"/>
            <p:cNvSpPr/>
            <p:nvPr/>
          </p:nvSpPr>
          <p:spPr>
            <a:xfrm>
              <a:off x="384" y="2196"/>
              <a:ext cx="300" cy="300"/>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72" name="Google Shape;972;g2a4cc99e909_1_44"/>
            <p:cNvSpPr/>
            <p:nvPr/>
          </p:nvSpPr>
          <p:spPr>
            <a:xfrm>
              <a:off x="492" y="2301"/>
              <a:ext cx="181" cy="175"/>
            </a:xfrm>
            <a:prstGeom prst="rect">
              <a:avLst/>
            </a:prstGeom>
          </p:spPr>
          <p:txBody>
            <a:bodyPr>
              <a:prstTxWarp prst="textPlain">
                <a:avLst/>
              </a:prstTxWarp>
            </a:bodyPr>
            <a:lstStyle/>
            <a:p>
              <a:pPr lvl="0" algn="l"/>
              <a:r>
                <a:rPr b="0" i="0">
                  <a:ln>
                    <a:noFill/>
                  </a:ln>
                  <a:solidFill>
                    <a:srgbClr val="B2B2B2"/>
                  </a:solidFill>
                  <a:latin typeface="Arial Black"/>
                </a:rPr>
                <a:t>10 </a:t>
              </a:r>
            </a:p>
          </p:txBody>
        </p:sp>
      </p:grpSp>
      <p:grpSp>
        <p:nvGrpSpPr>
          <p:cNvPr id="973" name="Google Shape;973;g2a4cc99e909_1_44"/>
          <p:cNvGrpSpPr/>
          <p:nvPr/>
        </p:nvGrpSpPr>
        <p:grpSpPr>
          <a:xfrm>
            <a:off x="787400" y="4981575"/>
            <a:ext cx="736600" cy="512763"/>
            <a:chOff x="372" y="2736"/>
            <a:chExt cx="348" cy="323"/>
          </a:xfrm>
        </p:grpSpPr>
        <p:sp>
          <p:nvSpPr>
            <p:cNvPr id="974" name="Google Shape;974;g2a4cc99e909_1_44"/>
            <p:cNvSpPr/>
            <p:nvPr/>
          </p:nvSpPr>
          <p:spPr>
            <a:xfrm>
              <a:off x="420" y="2759"/>
              <a:ext cx="300" cy="3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75" name="Google Shape;975;g2a4cc99e909_1_44"/>
            <p:cNvSpPr/>
            <p:nvPr/>
          </p:nvSpPr>
          <p:spPr>
            <a:xfrm>
              <a:off x="372" y="2736"/>
              <a:ext cx="300" cy="300"/>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76" name="Google Shape;976;g2a4cc99e909_1_44"/>
            <p:cNvSpPr/>
            <p:nvPr/>
          </p:nvSpPr>
          <p:spPr>
            <a:xfrm>
              <a:off x="557" y="2838"/>
              <a:ext cx="99" cy="192"/>
            </a:xfrm>
            <a:prstGeom prst="rect">
              <a:avLst/>
            </a:prstGeom>
          </p:spPr>
          <p:txBody>
            <a:bodyPr>
              <a:prstTxWarp prst="textPlain">
                <a:avLst/>
              </a:prstTxWarp>
            </a:bodyPr>
            <a:lstStyle/>
            <a:p>
              <a:pPr lvl="0" algn="l"/>
              <a:r>
                <a:rPr b="0" i="0">
                  <a:ln>
                    <a:noFill/>
                  </a:ln>
                  <a:solidFill>
                    <a:srgbClr val="B2B2B2"/>
                  </a:solidFill>
                  <a:latin typeface="Arial Black"/>
                </a:rPr>
                <a:t>5 </a:t>
              </a:r>
            </a:p>
          </p:txBody>
        </p:sp>
      </p:grpSp>
      <p:grpSp>
        <p:nvGrpSpPr>
          <p:cNvPr id="977" name="Google Shape;977;g2a4cc99e909_1_44"/>
          <p:cNvGrpSpPr/>
          <p:nvPr/>
        </p:nvGrpSpPr>
        <p:grpSpPr>
          <a:xfrm>
            <a:off x="863600" y="5972175"/>
            <a:ext cx="653535" cy="437029"/>
            <a:chOff x="900" y="3348"/>
            <a:chExt cx="336" cy="312"/>
          </a:xfrm>
        </p:grpSpPr>
        <p:sp>
          <p:nvSpPr>
            <p:cNvPr id="978" name="Google Shape;978;g2a4cc99e909_1_44"/>
            <p:cNvSpPr/>
            <p:nvPr/>
          </p:nvSpPr>
          <p:spPr>
            <a:xfrm>
              <a:off x="936" y="3360"/>
              <a:ext cx="300" cy="300"/>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79" name="Google Shape;979;g2a4cc99e909_1_44"/>
            <p:cNvSpPr/>
            <p:nvPr/>
          </p:nvSpPr>
          <p:spPr>
            <a:xfrm>
              <a:off x="900" y="3348"/>
              <a:ext cx="300" cy="300"/>
            </a:xfrm>
            <a:prstGeom prst="ellipse">
              <a:avLst/>
            </a:prstGeom>
            <a:solidFill>
              <a:srgbClr val="CC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80" name="Google Shape;980;g2a4cc99e909_1_44"/>
            <p:cNvSpPr/>
            <p:nvPr/>
          </p:nvSpPr>
          <p:spPr>
            <a:xfrm>
              <a:off x="1056" y="3453"/>
              <a:ext cx="96" cy="199"/>
            </a:xfrm>
            <a:prstGeom prst="rect">
              <a:avLst/>
            </a:prstGeom>
          </p:spPr>
          <p:txBody>
            <a:bodyPr>
              <a:prstTxWarp prst="textPlain">
                <a:avLst/>
              </a:prstTxWarp>
            </a:bodyPr>
            <a:lstStyle/>
            <a:p>
              <a:pPr lvl="0" algn="l"/>
              <a:r>
                <a:rPr b="0" i="0">
                  <a:ln>
                    <a:noFill/>
                  </a:ln>
                  <a:gradFill>
                    <a:gsLst>
                      <a:gs pos="0">
                        <a:srgbClr val="FF6600"/>
                      </a:gs>
                      <a:gs pos="100000">
                        <a:srgbClr val="552200"/>
                      </a:gs>
                    </a:gsLst>
                    <a:lin ang="0" scaled="0"/>
                  </a:gradFill>
                  <a:latin typeface="Arial Black"/>
                </a:rPr>
                <a:t>1 </a:t>
              </a:r>
            </a:p>
          </p:txBody>
        </p:sp>
      </p:grpSp>
      <p:sp>
        <p:nvSpPr>
          <p:cNvPr id="981" name="Google Shape;981;g2a4cc99e909_1_44"/>
          <p:cNvSpPr txBox="1"/>
          <p:nvPr/>
        </p:nvSpPr>
        <p:spPr>
          <a:xfrm>
            <a:off x="2082800" y="3362325"/>
            <a:ext cx="2489100" cy="272430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83 - 25 = 58</a:t>
            </a:r>
            <a:endParaRPr/>
          </a:p>
          <a:p>
            <a:pPr marL="0" marR="0" lvl="0" indent="0" algn="l" rtl="0">
              <a:lnSpc>
                <a:spcPct val="100000"/>
              </a:lnSpc>
              <a:spcBef>
                <a:spcPts val="90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58 - 25 = 33</a:t>
            </a:r>
            <a:endParaRPr/>
          </a:p>
          <a:p>
            <a:pPr marL="0" marR="0" lvl="0" indent="0" algn="l" rtl="0">
              <a:lnSpc>
                <a:spcPct val="100000"/>
              </a:lnSpc>
              <a:spcBef>
                <a:spcPts val="90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33 - 25 =  8</a:t>
            </a:r>
            <a:endParaRPr/>
          </a:p>
          <a:p>
            <a:pPr marL="0" marR="0" lvl="0" indent="0" algn="l" rtl="0">
              <a:lnSpc>
                <a:spcPct val="100000"/>
              </a:lnSpc>
              <a:spcBef>
                <a:spcPts val="90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 8 -  5 =  3</a:t>
            </a:r>
            <a:endParaRPr/>
          </a:p>
          <a:p>
            <a:pPr marL="0" marR="0" lvl="0" indent="0" algn="l" rtl="0">
              <a:lnSpc>
                <a:spcPct val="100000"/>
              </a:lnSpc>
              <a:spcBef>
                <a:spcPts val="90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 3 -  1 =  2</a:t>
            </a:r>
            <a:endParaRPr/>
          </a:p>
          <a:p>
            <a:pPr marL="0" marR="0" lvl="0" indent="0" algn="l" rtl="0">
              <a:lnSpc>
                <a:spcPct val="100000"/>
              </a:lnSpc>
              <a:spcBef>
                <a:spcPts val="90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 2 -  1 =  1</a:t>
            </a:r>
            <a:endParaRPr/>
          </a:p>
          <a:p>
            <a:pPr marL="0" marR="0" lvl="0" indent="0" algn="l" rtl="0">
              <a:lnSpc>
                <a:spcPct val="100000"/>
              </a:lnSpc>
              <a:spcBef>
                <a:spcPts val="900"/>
              </a:spcBef>
              <a:spcAft>
                <a:spcPts val="0"/>
              </a:spcAft>
              <a:buClr>
                <a:schemeClr val="dk1"/>
              </a:buClr>
              <a:buSzPts val="1800"/>
              <a:buFont typeface="Courier New"/>
              <a:buNone/>
            </a:pPr>
            <a:r>
              <a:rPr lang="en-US" sz="1800" b="0" i="1" u="none">
                <a:solidFill>
                  <a:schemeClr val="dk1"/>
                </a:solidFill>
                <a:latin typeface="Courier New"/>
                <a:ea typeface="Courier New"/>
                <a:cs typeface="Courier New"/>
                <a:sym typeface="Courier New"/>
              </a:rPr>
              <a:t> 1 -  1 =  0</a:t>
            </a:r>
            <a:endParaRPr/>
          </a:p>
        </p:txBody>
      </p:sp>
      <p:grpSp>
        <p:nvGrpSpPr>
          <p:cNvPr id="982" name="Google Shape;982;g2a4cc99e909_1_44"/>
          <p:cNvGrpSpPr/>
          <p:nvPr/>
        </p:nvGrpSpPr>
        <p:grpSpPr>
          <a:xfrm>
            <a:off x="4902200" y="5762625"/>
            <a:ext cx="653535" cy="437029"/>
            <a:chOff x="900" y="3348"/>
            <a:chExt cx="336" cy="312"/>
          </a:xfrm>
        </p:grpSpPr>
        <p:sp>
          <p:nvSpPr>
            <p:cNvPr id="983" name="Google Shape;983;g2a4cc99e909_1_44"/>
            <p:cNvSpPr/>
            <p:nvPr/>
          </p:nvSpPr>
          <p:spPr>
            <a:xfrm>
              <a:off x="936" y="3360"/>
              <a:ext cx="300" cy="300"/>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84" name="Google Shape;984;g2a4cc99e909_1_44"/>
            <p:cNvSpPr/>
            <p:nvPr/>
          </p:nvSpPr>
          <p:spPr>
            <a:xfrm>
              <a:off x="900" y="3348"/>
              <a:ext cx="300" cy="300"/>
            </a:xfrm>
            <a:prstGeom prst="ellipse">
              <a:avLst/>
            </a:prstGeom>
            <a:solidFill>
              <a:srgbClr val="CC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85" name="Google Shape;985;g2a4cc99e909_1_44"/>
            <p:cNvSpPr/>
            <p:nvPr/>
          </p:nvSpPr>
          <p:spPr>
            <a:xfrm>
              <a:off x="1056" y="3453"/>
              <a:ext cx="96" cy="199"/>
            </a:xfrm>
            <a:prstGeom prst="rect">
              <a:avLst/>
            </a:prstGeom>
          </p:spPr>
          <p:txBody>
            <a:bodyPr>
              <a:prstTxWarp prst="textPlain">
                <a:avLst/>
              </a:prstTxWarp>
            </a:bodyPr>
            <a:lstStyle/>
            <a:p>
              <a:pPr lvl="0" algn="l"/>
              <a:r>
                <a:rPr b="0" i="0">
                  <a:ln>
                    <a:noFill/>
                  </a:ln>
                  <a:gradFill>
                    <a:gsLst>
                      <a:gs pos="0">
                        <a:srgbClr val="FF6600"/>
                      </a:gs>
                      <a:gs pos="100000">
                        <a:srgbClr val="552200"/>
                      </a:gs>
                    </a:gsLst>
                    <a:lin ang="0" scaled="0"/>
                  </a:gradFill>
                  <a:latin typeface="Arial Black"/>
                </a:rPr>
                <a:t>1 </a:t>
              </a:r>
            </a:p>
          </p:txBody>
        </p:sp>
      </p:grpSp>
      <p:grpSp>
        <p:nvGrpSpPr>
          <p:cNvPr id="986" name="Google Shape;986;g2a4cc99e909_1_44"/>
          <p:cNvGrpSpPr/>
          <p:nvPr/>
        </p:nvGrpSpPr>
        <p:grpSpPr>
          <a:xfrm>
            <a:off x="5918200" y="5229225"/>
            <a:ext cx="653535" cy="437029"/>
            <a:chOff x="900" y="3348"/>
            <a:chExt cx="336" cy="312"/>
          </a:xfrm>
        </p:grpSpPr>
        <p:sp>
          <p:nvSpPr>
            <p:cNvPr id="987" name="Google Shape;987;g2a4cc99e909_1_44"/>
            <p:cNvSpPr/>
            <p:nvPr/>
          </p:nvSpPr>
          <p:spPr>
            <a:xfrm>
              <a:off x="936" y="3360"/>
              <a:ext cx="300" cy="300"/>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88" name="Google Shape;988;g2a4cc99e909_1_44"/>
            <p:cNvSpPr/>
            <p:nvPr/>
          </p:nvSpPr>
          <p:spPr>
            <a:xfrm>
              <a:off x="900" y="3348"/>
              <a:ext cx="300" cy="300"/>
            </a:xfrm>
            <a:prstGeom prst="ellipse">
              <a:avLst/>
            </a:prstGeom>
            <a:solidFill>
              <a:srgbClr val="CC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89" name="Google Shape;989;g2a4cc99e909_1_44"/>
            <p:cNvSpPr/>
            <p:nvPr/>
          </p:nvSpPr>
          <p:spPr>
            <a:xfrm>
              <a:off x="1056" y="3453"/>
              <a:ext cx="96" cy="199"/>
            </a:xfrm>
            <a:prstGeom prst="rect">
              <a:avLst/>
            </a:prstGeom>
          </p:spPr>
          <p:txBody>
            <a:bodyPr>
              <a:prstTxWarp prst="textPlain">
                <a:avLst/>
              </a:prstTxWarp>
            </a:bodyPr>
            <a:lstStyle/>
            <a:p>
              <a:pPr lvl="0" algn="l"/>
              <a:r>
                <a:rPr b="0" i="0">
                  <a:ln>
                    <a:noFill/>
                  </a:ln>
                  <a:gradFill>
                    <a:gsLst>
                      <a:gs pos="0">
                        <a:srgbClr val="FF6600"/>
                      </a:gs>
                      <a:gs pos="100000">
                        <a:srgbClr val="552200"/>
                      </a:gs>
                    </a:gsLst>
                    <a:lin ang="0" scaled="0"/>
                  </a:gradFill>
                  <a:latin typeface="Arial Black"/>
                </a:rPr>
                <a:t>1 </a:t>
              </a:r>
            </a:p>
          </p:txBody>
        </p:sp>
      </p:grpSp>
      <p:grpSp>
        <p:nvGrpSpPr>
          <p:cNvPr id="990" name="Google Shape;990;g2a4cc99e909_1_44"/>
          <p:cNvGrpSpPr/>
          <p:nvPr/>
        </p:nvGrpSpPr>
        <p:grpSpPr>
          <a:xfrm>
            <a:off x="5918200" y="5953125"/>
            <a:ext cx="653535" cy="437029"/>
            <a:chOff x="900" y="3348"/>
            <a:chExt cx="336" cy="312"/>
          </a:xfrm>
        </p:grpSpPr>
        <p:sp>
          <p:nvSpPr>
            <p:cNvPr id="991" name="Google Shape;991;g2a4cc99e909_1_44"/>
            <p:cNvSpPr/>
            <p:nvPr/>
          </p:nvSpPr>
          <p:spPr>
            <a:xfrm>
              <a:off x="936" y="3360"/>
              <a:ext cx="300" cy="300"/>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92" name="Google Shape;992;g2a4cc99e909_1_44"/>
            <p:cNvSpPr/>
            <p:nvPr/>
          </p:nvSpPr>
          <p:spPr>
            <a:xfrm>
              <a:off x="900" y="3348"/>
              <a:ext cx="300" cy="300"/>
            </a:xfrm>
            <a:prstGeom prst="ellipse">
              <a:avLst/>
            </a:prstGeom>
            <a:solidFill>
              <a:srgbClr val="CC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93" name="Google Shape;993;g2a4cc99e909_1_44"/>
            <p:cNvSpPr/>
            <p:nvPr/>
          </p:nvSpPr>
          <p:spPr>
            <a:xfrm>
              <a:off x="1056" y="3453"/>
              <a:ext cx="96" cy="199"/>
            </a:xfrm>
            <a:prstGeom prst="rect">
              <a:avLst/>
            </a:prstGeom>
          </p:spPr>
          <p:txBody>
            <a:bodyPr>
              <a:prstTxWarp prst="textPlain">
                <a:avLst/>
              </a:prstTxWarp>
            </a:bodyPr>
            <a:lstStyle/>
            <a:p>
              <a:pPr lvl="0" algn="l"/>
              <a:r>
                <a:rPr b="0" i="0">
                  <a:ln>
                    <a:noFill/>
                  </a:ln>
                  <a:gradFill>
                    <a:gsLst>
                      <a:gs pos="0">
                        <a:srgbClr val="FF6600"/>
                      </a:gs>
                      <a:gs pos="100000">
                        <a:srgbClr val="552200"/>
                      </a:gs>
                    </a:gsLst>
                    <a:lin ang="0" scaled="0"/>
                  </a:gradFill>
                  <a:latin typeface="Arial Black"/>
                </a:rPr>
                <a:t>1 </a:t>
              </a:r>
            </a:p>
          </p:txBody>
        </p:sp>
      </p:grpSp>
      <p:sp>
        <p:nvSpPr>
          <p:cNvPr id="994" name="Google Shape;994;g2a4cc99e909_1_44"/>
          <p:cNvSpPr txBox="1"/>
          <p:nvPr/>
        </p:nvSpPr>
        <p:spPr>
          <a:xfrm>
            <a:off x="7010400" y="2917825"/>
            <a:ext cx="4826100" cy="3606900"/>
          </a:xfrm>
          <a:prstGeom prst="rect">
            <a:avLst/>
          </a:prstGeom>
          <a:noFill/>
          <a:ln>
            <a:noFill/>
          </a:ln>
        </p:spPr>
        <p:txBody>
          <a:bodyPr spcFirstLastPara="1" wrap="square" lIns="91425" tIns="45700" rIns="91425" bIns="45700" anchor="t" anchorCtr="0">
            <a:spAutoFit/>
          </a:bodyPr>
          <a:lstStyle/>
          <a:p>
            <a:pPr marL="0" marR="0" lvl="0" indent="0" algn="ctr" rtl="0">
              <a:lnSpc>
                <a:spcPct val="80000"/>
              </a:lnSpc>
              <a:spcBef>
                <a:spcPts val="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A Greedy Algorithm for </a:t>
            </a:r>
            <a:endParaRPr/>
          </a:p>
          <a:p>
            <a:pPr marL="0" marR="0" lvl="0" indent="0" algn="ctr" rtl="0">
              <a:lnSpc>
                <a:spcPct val="40000"/>
              </a:lnSpc>
              <a:spcBef>
                <a:spcPts val="100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Coin Changing</a:t>
            </a:r>
            <a:endParaRPr/>
          </a:p>
          <a:p>
            <a:pPr marL="0" marR="0" lvl="0" indent="0" algn="ctr" rtl="0">
              <a:lnSpc>
                <a:spcPct val="40000"/>
              </a:lnSpc>
              <a:spcBef>
                <a:spcPts val="1000"/>
              </a:spcBef>
              <a:spcAft>
                <a:spcPts val="0"/>
              </a:spcAft>
              <a:buClr>
                <a:schemeClr val="dk1"/>
              </a:buClr>
              <a:buSzPts val="2000"/>
              <a:buFont typeface="Times"/>
              <a:buNone/>
            </a:pPr>
            <a:endParaRPr sz="2000" b="0" i="0" u="none">
              <a:solidFill>
                <a:schemeClr val="dk1"/>
              </a:solidFill>
              <a:latin typeface="Times New Roman"/>
              <a:ea typeface="Times New Roman"/>
              <a:cs typeface="Times New Roman"/>
              <a:sym typeface="Times New Roman"/>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1. Set remval=initial_value</a:t>
            </a:r>
            <a:endParaRPr/>
          </a:p>
          <a:p>
            <a:pPr marL="0" marR="0" lvl="0" indent="0" algn="l" rtl="0">
              <a:lnSpc>
                <a:spcPct val="40000"/>
              </a:lnSpc>
              <a:spcBef>
                <a:spcPts val="1000"/>
              </a:spcBef>
              <a:spcAft>
                <a:spcPts val="0"/>
              </a:spcAft>
              <a:buClr>
                <a:schemeClr val="dk1"/>
              </a:buClr>
              <a:buSzPts val="2000"/>
              <a:buFont typeface="Times"/>
              <a:buNone/>
            </a:pPr>
            <a:endParaRPr sz="2000" b="0" i="0" u="none">
              <a:solidFill>
                <a:schemeClr val="dk1"/>
              </a:solidFill>
              <a:latin typeface="Times New Roman"/>
              <a:ea typeface="Times New Roman"/>
              <a:cs typeface="Times New Roman"/>
              <a:sym typeface="Times New Roman"/>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2. Choose largest coin that </a:t>
            </a:r>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is less than remval.</a:t>
            </a:r>
            <a:endParaRPr/>
          </a:p>
          <a:p>
            <a:pPr marL="0" marR="0" lvl="0" indent="0" algn="l" rtl="0">
              <a:lnSpc>
                <a:spcPct val="40000"/>
              </a:lnSpc>
              <a:spcBef>
                <a:spcPts val="1000"/>
              </a:spcBef>
              <a:spcAft>
                <a:spcPts val="0"/>
              </a:spcAft>
              <a:buClr>
                <a:schemeClr val="dk1"/>
              </a:buClr>
              <a:buSzPts val="2000"/>
              <a:buFont typeface="Times"/>
              <a:buNone/>
            </a:pPr>
            <a:endParaRPr sz="2000" b="0" i="0" u="none">
              <a:solidFill>
                <a:schemeClr val="dk1"/>
              </a:solidFill>
              <a:latin typeface="Times New Roman"/>
              <a:ea typeface="Times New Roman"/>
              <a:cs typeface="Times New Roman"/>
              <a:sym typeface="Times New Roman"/>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3. Add coin to set of coins </a:t>
            </a:r>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and set  </a:t>
            </a:r>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remval:=revamal-coin_value</a:t>
            </a:r>
            <a:endParaRPr/>
          </a:p>
          <a:p>
            <a:pPr marL="0" marR="0" lvl="0" indent="0" algn="l" rtl="0">
              <a:lnSpc>
                <a:spcPct val="40000"/>
              </a:lnSpc>
              <a:spcBef>
                <a:spcPts val="1000"/>
              </a:spcBef>
              <a:spcAft>
                <a:spcPts val="0"/>
              </a:spcAft>
              <a:buClr>
                <a:schemeClr val="dk1"/>
              </a:buClr>
              <a:buSzPts val="2000"/>
              <a:buFont typeface="Times"/>
              <a:buNone/>
            </a:pPr>
            <a:endParaRPr sz="2000" b="0" i="0" u="none">
              <a:solidFill>
                <a:schemeClr val="dk1"/>
              </a:solidFill>
              <a:latin typeface="Times New Roman"/>
              <a:ea typeface="Times New Roman"/>
              <a:cs typeface="Times New Roman"/>
              <a:sym typeface="Times New Roman"/>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4. repeat Steps 2 and 3  </a:t>
            </a:r>
            <a:endParaRPr/>
          </a:p>
          <a:p>
            <a:pPr marL="0" marR="0" lvl="0" indent="0" algn="l" rtl="0">
              <a:lnSpc>
                <a:spcPct val="40000"/>
              </a:lnSpc>
              <a:spcBef>
                <a:spcPts val="100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until remval = 0;</a:t>
            </a:r>
            <a:endParaRPr/>
          </a:p>
        </p:txBody>
      </p:sp>
      <p:grpSp>
        <p:nvGrpSpPr>
          <p:cNvPr id="995" name="Google Shape;995;g2a4cc99e909_1_44"/>
          <p:cNvGrpSpPr/>
          <p:nvPr/>
        </p:nvGrpSpPr>
        <p:grpSpPr>
          <a:xfrm>
            <a:off x="4673600" y="3838575"/>
            <a:ext cx="1382183" cy="995363"/>
            <a:chOff x="288" y="1596"/>
            <a:chExt cx="653" cy="627"/>
          </a:xfrm>
        </p:grpSpPr>
        <p:sp>
          <p:nvSpPr>
            <p:cNvPr id="996" name="Google Shape;996;g2a4cc99e909_1_44"/>
            <p:cNvSpPr/>
            <p:nvPr/>
          </p:nvSpPr>
          <p:spPr>
            <a:xfrm>
              <a:off x="341" y="1623"/>
              <a:ext cx="600" cy="6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97" name="Google Shape;997;g2a4cc99e909_1_44"/>
            <p:cNvSpPr/>
            <p:nvPr/>
          </p:nvSpPr>
          <p:spPr>
            <a:xfrm>
              <a:off x="288" y="1596"/>
              <a:ext cx="600" cy="600"/>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998" name="Google Shape;998;g2a4cc99e909_1_44"/>
            <p:cNvSpPr/>
            <p:nvPr/>
          </p:nvSpPr>
          <p:spPr>
            <a:xfrm>
              <a:off x="435" y="1731"/>
              <a:ext cx="197" cy="204"/>
            </a:xfrm>
            <a:prstGeom prst="rect">
              <a:avLst/>
            </a:prstGeom>
          </p:spPr>
          <p:txBody>
            <a:bodyPr>
              <a:prstTxWarp prst="textPlain">
                <a:avLst/>
              </a:prstTxWarp>
            </a:bodyPr>
            <a:lstStyle/>
            <a:p>
              <a:pPr lvl="0" algn="l"/>
              <a:r>
                <a:rPr b="0" i="0">
                  <a:ln>
                    <a:noFill/>
                  </a:ln>
                  <a:solidFill>
                    <a:srgbClr val="B2B2B2"/>
                  </a:solidFill>
                  <a:latin typeface="Arial Black"/>
                </a:rPr>
                <a:t>25 </a:t>
              </a:r>
            </a:p>
          </p:txBody>
        </p:sp>
      </p:grpSp>
      <p:grpSp>
        <p:nvGrpSpPr>
          <p:cNvPr id="999" name="Google Shape;999;g2a4cc99e909_1_44"/>
          <p:cNvGrpSpPr/>
          <p:nvPr/>
        </p:nvGrpSpPr>
        <p:grpSpPr>
          <a:xfrm>
            <a:off x="5791200" y="3457575"/>
            <a:ext cx="1382183" cy="995363"/>
            <a:chOff x="288" y="1596"/>
            <a:chExt cx="653" cy="627"/>
          </a:xfrm>
        </p:grpSpPr>
        <p:sp>
          <p:nvSpPr>
            <p:cNvPr id="1000" name="Google Shape;1000;g2a4cc99e909_1_44"/>
            <p:cNvSpPr/>
            <p:nvPr/>
          </p:nvSpPr>
          <p:spPr>
            <a:xfrm>
              <a:off x="341" y="1623"/>
              <a:ext cx="600" cy="6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001" name="Google Shape;1001;g2a4cc99e909_1_44"/>
            <p:cNvSpPr/>
            <p:nvPr/>
          </p:nvSpPr>
          <p:spPr>
            <a:xfrm>
              <a:off x="288" y="1596"/>
              <a:ext cx="600" cy="600"/>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002" name="Google Shape;1002;g2a4cc99e909_1_44"/>
            <p:cNvSpPr/>
            <p:nvPr/>
          </p:nvSpPr>
          <p:spPr>
            <a:xfrm>
              <a:off x="435" y="1731"/>
              <a:ext cx="197" cy="204"/>
            </a:xfrm>
            <a:prstGeom prst="rect">
              <a:avLst/>
            </a:prstGeom>
          </p:spPr>
          <p:txBody>
            <a:bodyPr>
              <a:prstTxWarp prst="textPlain">
                <a:avLst/>
              </a:prstTxWarp>
            </a:bodyPr>
            <a:lstStyle/>
            <a:p>
              <a:pPr lvl="0" algn="l"/>
              <a:r>
                <a:rPr b="0" i="0">
                  <a:ln>
                    <a:noFill/>
                  </a:ln>
                  <a:solidFill>
                    <a:srgbClr val="B2B2B2"/>
                  </a:solidFill>
                  <a:latin typeface="Arial Black"/>
                </a:rPr>
                <a:t>25 </a:t>
              </a:r>
            </a:p>
          </p:txBody>
        </p:sp>
      </p:grpSp>
      <p:grpSp>
        <p:nvGrpSpPr>
          <p:cNvPr id="1003" name="Google Shape;1003;g2a4cc99e909_1_44"/>
          <p:cNvGrpSpPr/>
          <p:nvPr/>
        </p:nvGrpSpPr>
        <p:grpSpPr>
          <a:xfrm>
            <a:off x="4775200" y="2924175"/>
            <a:ext cx="1382183" cy="995363"/>
            <a:chOff x="288" y="1596"/>
            <a:chExt cx="653" cy="627"/>
          </a:xfrm>
        </p:grpSpPr>
        <p:sp>
          <p:nvSpPr>
            <p:cNvPr id="1004" name="Google Shape;1004;g2a4cc99e909_1_44"/>
            <p:cNvSpPr/>
            <p:nvPr/>
          </p:nvSpPr>
          <p:spPr>
            <a:xfrm>
              <a:off x="341" y="1623"/>
              <a:ext cx="600" cy="6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005" name="Google Shape;1005;g2a4cc99e909_1_44"/>
            <p:cNvSpPr/>
            <p:nvPr/>
          </p:nvSpPr>
          <p:spPr>
            <a:xfrm>
              <a:off x="288" y="1596"/>
              <a:ext cx="600" cy="600"/>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006" name="Google Shape;1006;g2a4cc99e909_1_44"/>
            <p:cNvSpPr/>
            <p:nvPr/>
          </p:nvSpPr>
          <p:spPr>
            <a:xfrm>
              <a:off x="435" y="1731"/>
              <a:ext cx="197" cy="204"/>
            </a:xfrm>
            <a:prstGeom prst="rect">
              <a:avLst/>
            </a:prstGeom>
          </p:spPr>
          <p:txBody>
            <a:bodyPr>
              <a:prstTxWarp prst="textPlain">
                <a:avLst/>
              </a:prstTxWarp>
            </a:bodyPr>
            <a:lstStyle/>
            <a:p>
              <a:pPr lvl="0" algn="l"/>
              <a:r>
                <a:rPr b="0" i="0">
                  <a:ln>
                    <a:noFill/>
                  </a:ln>
                  <a:solidFill>
                    <a:srgbClr val="B2B2B2"/>
                  </a:solidFill>
                  <a:latin typeface="Arial Black"/>
                </a:rPr>
                <a:t>25 </a:t>
              </a:r>
            </a:p>
          </p:txBody>
        </p:sp>
      </p:grpSp>
      <p:grpSp>
        <p:nvGrpSpPr>
          <p:cNvPr id="1007" name="Google Shape;1007;g2a4cc99e909_1_44"/>
          <p:cNvGrpSpPr/>
          <p:nvPr/>
        </p:nvGrpSpPr>
        <p:grpSpPr>
          <a:xfrm>
            <a:off x="4673600" y="4772025"/>
            <a:ext cx="736600" cy="512763"/>
            <a:chOff x="372" y="2736"/>
            <a:chExt cx="348" cy="323"/>
          </a:xfrm>
        </p:grpSpPr>
        <p:sp>
          <p:nvSpPr>
            <p:cNvPr id="1008" name="Google Shape;1008;g2a4cc99e909_1_44"/>
            <p:cNvSpPr/>
            <p:nvPr/>
          </p:nvSpPr>
          <p:spPr>
            <a:xfrm>
              <a:off x="420" y="2759"/>
              <a:ext cx="300" cy="3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009" name="Google Shape;1009;g2a4cc99e909_1_44"/>
            <p:cNvSpPr/>
            <p:nvPr/>
          </p:nvSpPr>
          <p:spPr>
            <a:xfrm>
              <a:off x="372" y="2736"/>
              <a:ext cx="300" cy="300"/>
            </a:xfrm>
            <a:prstGeom prst="ellipse">
              <a:avLst/>
            </a:prstGeom>
            <a:solidFill>
              <a:srgbClr val="B2B2B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010" name="Google Shape;1010;g2a4cc99e909_1_44"/>
            <p:cNvSpPr/>
            <p:nvPr/>
          </p:nvSpPr>
          <p:spPr>
            <a:xfrm>
              <a:off x="557" y="2838"/>
              <a:ext cx="99" cy="192"/>
            </a:xfrm>
            <a:prstGeom prst="rect">
              <a:avLst/>
            </a:prstGeom>
          </p:spPr>
          <p:txBody>
            <a:bodyPr>
              <a:prstTxWarp prst="textPlain">
                <a:avLst/>
              </a:prstTxWarp>
            </a:bodyPr>
            <a:lstStyle/>
            <a:p>
              <a:pPr lvl="0" algn="l"/>
              <a:r>
                <a:rPr b="0" i="0">
                  <a:ln>
                    <a:noFill/>
                  </a:ln>
                  <a:solidFill>
                    <a:srgbClr val="B2B2B2"/>
                  </a:solidFill>
                  <a:latin typeface="Arial Black"/>
                </a:rPr>
                <a:t>5 </a:t>
              </a: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a4cc99e909_1_96"/>
          <p:cNvSpPr txBox="1">
            <a:spLocks noGrp="1"/>
          </p:cNvSpPr>
          <p:nvPr>
            <p:ph type="body" idx="1"/>
          </p:nvPr>
        </p:nvSpPr>
        <p:spPr>
          <a:xfrm>
            <a:off x="609600" y="990600"/>
            <a:ext cx="10972800" cy="23622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chemeClr val="folHlink"/>
              </a:buClr>
              <a:buSzPts val="1200"/>
              <a:buFont typeface="Noto Sans Symbols"/>
              <a:buChar char="■"/>
            </a:pPr>
            <a:r>
              <a:rPr lang="en-US" sz="2000" b="1" i="0" u="sng">
                <a:solidFill>
                  <a:schemeClr val="dk1"/>
                </a:solidFill>
                <a:latin typeface="Times New Roman"/>
                <a:ea typeface="Times New Roman"/>
                <a:cs typeface="Times New Roman"/>
                <a:sym typeface="Times New Roman"/>
              </a:rPr>
              <a:t>Feasible Solution:-</a:t>
            </a:r>
            <a:r>
              <a:rPr lang="en-US" sz="2000" b="1" i="0" u="none">
                <a:solidFill>
                  <a:schemeClr val="dk1"/>
                </a:solidFill>
                <a:latin typeface="Times New Roman"/>
                <a:ea typeface="Times New Roman"/>
                <a:cs typeface="Times New Roman"/>
                <a:sym typeface="Times New Roman"/>
              </a:rPr>
              <a:t> </a:t>
            </a:r>
            <a:endParaRPr sz="2000" b="0" i="0" u="none">
              <a:solidFill>
                <a:schemeClr val="dk1"/>
              </a:solidFill>
              <a:latin typeface="Times New Roman"/>
              <a:ea typeface="Times New Roman"/>
              <a:cs typeface="Times New Roman"/>
              <a:sym typeface="Times New Roman"/>
            </a:endParaRPr>
          </a:p>
          <a:p>
            <a:pPr marL="342900" marR="0" lvl="0" indent="-342900" algn="l" rtl="0">
              <a:lnSpc>
                <a:spcPct val="90000"/>
              </a:lnSpc>
              <a:spcBef>
                <a:spcPts val="40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          Any subset of the solutions that satisfies the constraints of the problem is known as a feasible solution.</a:t>
            </a:r>
            <a:endParaRPr/>
          </a:p>
          <a:p>
            <a:pPr marL="342900" marR="0" lvl="0" indent="-342900" algn="l" rtl="0">
              <a:lnSpc>
                <a:spcPct val="90000"/>
              </a:lnSpc>
              <a:spcBef>
                <a:spcPts val="400"/>
              </a:spcBef>
              <a:spcAft>
                <a:spcPts val="0"/>
              </a:spcAft>
              <a:buClr>
                <a:schemeClr val="folHlink"/>
              </a:buClr>
              <a:buSzPts val="1200"/>
              <a:buFont typeface="Noto Sans Symbols"/>
              <a:buChar char="■"/>
            </a:pPr>
            <a:r>
              <a:rPr lang="en-US" sz="2000" b="1" i="0" u="sng">
                <a:solidFill>
                  <a:schemeClr val="dk1"/>
                </a:solidFill>
                <a:latin typeface="Times New Roman"/>
                <a:ea typeface="Times New Roman"/>
                <a:cs typeface="Times New Roman"/>
                <a:sym typeface="Times New Roman"/>
              </a:rPr>
              <a:t>Optimal Solution:-</a:t>
            </a:r>
            <a:endParaRPr sz="2000" b="0" i="0" u="none">
              <a:solidFill>
                <a:schemeClr val="dk1"/>
              </a:solidFill>
              <a:latin typeface="Times New Roman"/>
              <a:ea typeface="Times New Roman"/>
              <a:cs typeface="Times New Roman"/>
              <a:sym typeface="Times New Roman"/>
            </a:endParaRPr>
          </a:p>
          <a:p>
            <a:pPr marL="342900" marR="0" lvl="0" indent="-342900" algn="l" rtl="0">
              <a:lnSpc>
                <a:spcPct val="90000"/>
              </a:lnSpc>
              <a:spcBef>
                <a:spcPts val="40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        The feasible solution that maximizes or minimizes the given objective function is an optimal solution. </a:t>
            </a:r>
            <a:endParaRPr/>
          </a:p>
          <a:p>
            <a:pPr marL="342900" marR="0" lvl="0" indent="-342900" algn="l" rtl="0">
              <a:lnSpc>
                <a:spcPct val="90000"/>
              </a:lnSpc>
              <a:spcBef>
                <a:spcPts val="40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Example : MST</a:t>
            </a:r>
            <a:endParaRPr/>
          </a:p>
        </p:txBody>
      </p:sp>
      <p:sp>
        <p:nvSpPr>
          <p:cNvPr id="1016" name="Google Shape;1016;g2a4cc99e909_1_96"/>
          <p:cNvSpPr txBox="1">
            <a:spLocks noGrp="1"/>
          </p:cNvSpPr>
          <p:nvPr>
            <p:ph type="title"/>
          </p:nvPr>
        </p:nvSpPr>
        <p:spPr>
          <a:xfrm>
            <a:off x="2032000" y="-228600"/>
            <a:ext cx="109728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Greedy Method</a:t>
            </a:r>
            <a:endParaRPr/>
          </a:p>
        </p:txBody>
      </p:sp>
      <p:pic>
        <p:nvPicPr>
          <p:cNvPr id="1017" name="Google Shape;1017;g2a4cc99e909_1_96" descr="Untitled.png"/>
          <p:cNvPicPr preferRelativeResize="0"/>
          <p:nvPr/>
        </p:nvPicPr>
        <p:blipFill rotWithShape="1">
          <a:blip r:embed="rId3">
            <a:alphaModFix/>
          </a:blip>
          <a:srcRect/>
          <a:stretch/>
        </p:blipFill>
        <p:spPr>
          <a:xfrm>
            <a:off x="1219200" y="4038600"/>
            <a:ext cx="4867275" cy="2286000"/>
          </a:xfrm>
          <a:prstGeom prst="rect">
            <a:avLst/>
          </a:prstGeom>
          <a:noFill/>
          <a:ln>
            <a:noFill/>
          </a:ln>
        </p:spPr>
      </p:pic>
      <p:sp>
        <p:nvSpPr>
          <p:cNvPr id="1018" name="Google Shape;1018;g2a4cc99e909_1_96"/>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a4cc99e909_1_103"/>
          <p:cNvSpPr txBox="1">
            <a:spLocks noGrp="1"/>
          </p:cNvSpPr>
          <p:nvPr>
            <p:ph type="body" idx="1"/>
          </p:nvPr>
        </p:nvSpPr>
        <p:spPr>
          <a:xfrm>
            <a:off x="609600" y="1066800"/>
            <a:ext cx="10972800" cy="57912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folHlink"/>
              </a:buClr>
              <a:buSzPts val="900"/>
              <a:buFont typeface="Noto Sans Symbols"/>
              <a:buNone/>
            </a:pPr>
            <a:r>
              <a:rPr lang="en-US" sz="15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Algorithm Greedy (a,n)</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//a[1:n] contains the ‘n’ inputs</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Solution: = 0; //initialize the solution</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for i: = 1 to n do</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 </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x: = select (a);</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if Feasible (solution, x) then</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solution: = Union (solution, x);</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          return solution;</a:t>
            </a:r>
            <a:endParaRPr/>
          </a:p>
          <a:p>
            <a:pPr marL="342900" marR="0" lvl="0" indent="-342900" algn="l" rtl="0">
              <a:lnSpc>
                <a:spcPct val="80000"/>
              </a:lnSpc>
              <a:spcBef>
                <a:spcPts val="380"/>
              </a:spcBef>
              <a:spcAft>
                <a:spcPts val="0"/>
              </a:spcAft>
              <a:buClr>
                <a:schemeClr val="folHlink"/>
              </a:buClr>
              <a:buSzPts val="1140"/>
              <a:buFont typeface="Noto Sans Symbols"/>
              <a:buNone/>
            </a:pPr>
            <a:r>
              <a:rPr lang="en-US" sz="1900" b="0" i="0" u="none">
                <a:solidFill>
                  <a:schemeClr val="dk1"/>
                </a:solidFill>
                <a:latin typeface="Times New Roman"/>
                <a:ea typeface="Times New Roman"/>
                <a:cs typeface="Times New Roman"/>
                <a:sym typeface="Times New Roman"/>
              </a:rPr>
              <a:t>}</a:t>
            </a:r>
            <a:endParaRPr/>
          </a:p>
          <a:p>
            <a:pPr marL="342900" marR="0" lvl="0" indent="-342900" algn="l" rtl="0">
              <a:lnSpc>
                <a:spcPct val="80000"/>
              </a:lnSpc>
              <a:spcBef>
                <a:spcPts val="380"/>
              </a:spcBef>
              <a:spcAft>
                <a:spcPts val="0"/>
              </a:spcAft>
              <a:buClr>
                <a:schemeClr val="folHlink"/>
              </a:buClr>
              <a:buSzPts val="1140"/>
              <a:buFont typeface="Noto Sans Symbols"/>
              <a:buNone/>
            </a:pPr>
            <a:endParaRPr sz="1900" b="0" i="0" u="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folHlink"/>
              </a:buClr>
              <a:buSzPts val="1200"/>
              <a:buFont typeface="Noto Sans Symbols"/>
              <a:buChar char="■"/>
            </a:pPr>
            <a:r>
              <a:rPr lang="en-US" sz="2000" b="1" i="0" u="none">
                <a:solidFill>
                  <a:schemeClr val="dk1"/>
                </a:solidFill>
                <a:latin typeface="Times New Roman"/>
                <a:ea typeface="Times New Roman"/>
                <a:cs typeface="Times New Roman"/>
                <a:sym typeface="Times New Roman"/>
              </a:rPr>
              <a:t>Select</a:t>
            </a:r>
            <a:r>
              <a:rPr lang="en-US" sz="2000" b="0" i="0" u="none">
                <a:solidFill>
                  <a:schemeClr val="dk1"/>
                </a:solidFill>
                <a:latin typeface="Times New Roman"/>
                <a:ea typeface="Times New Roman"/>
                <a:cs typeface="Times New Roman"/>
                <a:sym typeface="Times New Roman"/>
              </a:rPr>
              <a:t> is a function which is used to select an input from the set.</a:t>
            </a:r>
            <a:endParaRPr/>
          </a:p>
          <a:p>
            <a:pPr marL="342900" marR="0" lvl="0" indent="-342900" algn="just" rtl="0">
              <a:lnSpc>
                <a:spcPct val="100000"/>
              </a:lnSpc>
              <a:spcBef>
                <a:spcPts val="400"/>
              </a:spcBef>
              <a:spcAft>
                <a:spcPts val="0"/>
              </a:spcAft>
              <a:buClr>
                <a:schemeClr val="folHlink"/>
              </a:buClr>
              <a:buSzPts val="1200"/>
              <a:buFont typeface="Noto Sans Symbols"/>
              <a:buChar char="■"/>
            </a:pPr>
            <a:r>
              <a:rPr lang="en-US" sz="2000" b="1" i="0" u="none">
                <a:solidFill>
                  <a:schemeClr val="dk1"/>
                </a:solidFill>
                <a:latin typeface="Times New Roman"/>
                <a:ea typeface="Times New Roman"/>
                <a:cs typeface="Times New Roman"/>
                <a:sym typeface="Times New Roman"/>
              </a:rPr>
              <a:t>Feasible</a:t>
            </a:r>
            <a:r>
              <a:rPr lang="en-US" sz="2000" b="0" i="0" u="none">
                <a:solidFill>
                  <a:schemeClr val="dk1"/>
                </a:solidFill>
                <a:latin typeface="Times New Roman"/>
                <a:ea typeface="Times New Roman"/>
                <a:cs typeface="Times New Roman"/>
                <a:sym typeface="Times New Roman"/>
              </a:rPr>
              <a:t> is a function which verifies the constraints and determines weather the resultant solution is feasible or not. </a:t>
            </a:r>
            <a:endParaRPr sz="2000" b="0" i="0" u="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400"/>
              </a:spcBef>
              <a:spcAft>
                <a:spcPts val="0"/>
              </a:spcAft>
              <a:buClr>
                <a:schemeClr val="folHlink"/>
              </a:buClr>
              <a:buSzPts val="1200"/>
              <a:buFont typeface="Noto Sans Symbols"/>
              <a:buChar char="■"/>
            </a:pPr>
            <a:r>
              <a:rPr lang="en-US" sz="2000" b="1" i="0" u="none">
                <a:solidFill>
                  <a:schemeClr val="dk1"/>
                </a:solidFill>
                <a:latin typeface="Times New Roman"/>
                <a:ea typeface="Times New Roman"/>
                <a:cs typeface="Times New Roman"/>
                <a:sym typeface="Times New Roman"/>
              </a:rPr>
              <a:t>Union</a:t>
            </a:r>
            <a:r>
              <a:rPr lang="en-US" sz="2000" b="0" i="0" u="none">
                <a:solidFill>
                  <a:schemeClr val="dk1"/>
                </a:solidFill>
                <a:latin typeface="Times New Roman"/>
                <a:ea typeface="Times New Roman"/>
                <a:cs typeface="Times New Roman"/>
                <a:sym typeface="Times New Roman"/>
              </a:rPr>
              <a:t> is a function which is used to add elements to the partially constructed set.</a:t>
            </a:r>
            <a:endParaRPr/>
          </a:p>
        </p:txBody>
      </p:sp>
      <p:sp>
        <p:nvSpPr>
          <p:cNvPr id="1024" name="Google Shape;1024;g2a4cc99e909_1_103"/>
          <p:cNvSpPr txBox="1">
            <a:spLocks noGrp="1"/>
          </p:cNvSpPr>
          <p:nvPr>
            <p:ph type="title"/>
          </p:nvPr>
        </p:nvSpPr>
        <p:spPr>
          <a:xfrm>
            <a:off x="1625600" y="0"/>
            <a:ext cx="109728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Control Abstraction : Greedy Method</a:t>
            </a:r>
            <a:endParaRPr/>
          </a:p>
        </p:txBody>
      </p:sp>
      <p:sp>
        <p:nvSpPr>
          <p:cNvPr id="1025" name="Google Shape;1025;g2a4cc99e909_1_103"/>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a4cc99e909_1_109"/>
          <p:cNvSpPr txBox="1">
            <a:spLocks noGrp="1"/>
          </p:cNvSpPr>
          <p:nvPr>
            <p:ph type="title"/>
          </p:nvPr>
        </p:nvSpPr>
        <p:spPr>
          <a:xfrm>
            <a:off x="1828800" y="-228600"/>
            <a:ext cx="109728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Knapsack Problem</a:t>
            </a:r>
            <a:endParaRPr/>
          </a:p>
        </p:txBody>
      </p:sp>
      <p:sp>
        <p:nvSpPr>
          <p:cNvPr id="1031" name="Google Shape;1031;g2a4cc99e909_1_109"/>
          <p:cNvSpPr txBox="1">
            <a:spLocks noGrp="1"/>
          </p:cNvSpPr>
          <p:nvPr>
            <p:ph type="body" idx="1"/>
          </p:nvPr>
        </p:nvSpPr>
        <p:spPr>
          <a:xfrm>
            <a:off x="711200" y="1066800"/>
            <a:ext cx="11480700" cy="3886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440"/>
              <a:buFont typeface="Noto Sans Symbols"/>
              <a:buChar char="■"/>
            </a:pPr>
            <a:r>
              <a:rPr lang="en-US" sz="2400" b="1" i="0" u="none">
                <a:solidFill>
                  <a:schemeClr val="dk1"/>
                </a:solidFill>
                <a:latin typeface="Times New Roman"/>
                <a:ea typeface="Times New Roman"/>
                <a:cs typeface="Times New Roman"/>
                <a:sym typeface="Times New Roman"/>
              </a:rPr>
              <a:t>Given  : </a:t>
            </a:r>
            <a:endParaRPr/>
          </a:p>
          <a:p>
            <a:pPr marL="742950" marR="0" lvl="1" indent="-285750" algn="l" rtl="0">
              <a:lnSpc>
                <a:spcPct val="100000"/>
              </a:lnSpc>
              <a:spcBef>
                <a:spcPts val="400"/>
              </a:spcBef>
              <a:spcAft>
                <a:spcPts val="0"/>
              </a:spcAft>
              <a:buClr>
                <a:schemeClr val="hlink"/>
              </a:buClr>
              <a:buSzPts val="1100"/>
              <a:buFont typeface="Noto Sans Symbols"/>
              <a:buChar char="■"/>
            </a:pPr>
            <a:r>
              <a:rPr lang="en-US" sz="2000" b="0" i="0" u="none" strike="noStrike" cap="none">
                <a:solidFill>
                  <a:schemeClr val="dk1"/>
                </a:solidFill>
                <a:latin typeface="Times New Roman"/>
                <a:ea typeface="Times New Roman"/>
                <a:cs typeface="Times New Roman"/>
                <a:sym typeface="Times New Roman"/>
              </a:rPr>
              <a:t>A knapsack with capacity ‘</a:t>
            </a:r>
            <a:r>
              <a:rPr lang="en-US" sz="2000" b="1" i="0" u="none" strike="noStrike" cap="none">
                <a:solidFill>
                  <a:schemeClr val="dk1"/>
                </a:solidFill>
                <a:latin typeface="Times New Roman"/>
                <a:ea typeface="Times New Roman"/>
                <a:cs typeface="Times New Roman"/>
                <a:sym typeface="Times New Roman"/>
              </a:rPr>
              <a:t>m</a:t>
            </a:r>
            <a:r>
              <a:rPr lang="en-US" sz="2000" b="0" i="0" u="none" strike="noStrike" cap="none">
                <a:solidFill>
                  <a:schemeClr val="dk1"/>
                </a:solidFill>
                <a:latin typeface="Times New Roman"/>
                <a:ea typeface="Times New Roman"/>
                <a:cs typeface="Times New Roman"/>
                <a:sym typeface="Times New Roman"/>
              </a:rPr>
              <a:t>’</a:t>
            </a:r>
            <a:endParaRPr/>
          </a:p>
          <a:p>
            <a:pPr marL="742950" marR="0" lvl="1" indent="-285750" algn="l" rtl="0">
              <a:lnSpc>
                <a:spcPct val="100000"/>
              </a:lnSpc>
              <a:spcBef>
                <a:spcPts val="400"/>
              </a:spcBef>
              <a:spcAft>
                <a:spcPts val="0"/>
              </a:spcAft>
              <a:buClr>
                <a:schemeClr val="hlink"/>
              </a:buClr>
              <a:buSzPts val="1100"/>
              <a:buFont typeface="Noto Sans Symbols"/>
              <a:buChar char="■"/>
            </a:pPr>
            <a:r>
              <a:rPr lang="en-US" sz="2000" b="0" i="0" u="none" strike="noStrike" cap="none">
                <a:solidFill>
                  <a:schemeClr val="dk1"/>
                </a:solidFill>
                <a:latin typeface="Times New Roman"/>
                <a:ea typeface="Times New Roman"/>
                <a:cs typeface="Times New Roman"/>
                <a:sym typeface="Times New Roman"/>
              </a:rPr>
              <a:t>A set of ‘</a:t>
            </a:r>
            <a:r>
              <a:rPr lang="en-US" sz="2000" b="1" i="0" u="none" strike="noStrike" cap="none">
                <a:solidFill>
                  <a:schemeClr val="dk1"/>
                </a:solidFill>
                <a:latin typeface="Times New Roman"/>
                <a:ea typeface="Times New Roman"/>
                <a:cs typeface="Times New Roman"/>
                <a:sym typeface="Times New Roman"/>
              </a:rPr>
              <a:t>n</a:t>
            </a:r>
            <a:r>
              <a:rPr lang="en-US" sz="2000" b="0" i="0" u="none" strike="noStrike" cap="none">
                <a:solidFill>
                  <a:schemeClr val="dk1"/>
                </a:solidFill>
                <a:latin typeface="Times New Roman"/>
                <a:ea typeface="Times New Roman"/>
                <a:cs typeface="Times New Roman"/>
                <a:sym typeface="Times New Roman"/>
              </a:rPr>
              <a:t>’ objects with each item i having</a:t>
            </a:r>
            <a:endParaRPr/>
          </a:p>
          <a:p>
            <a:pPr marL="742950" marR="0" lvl="1" indent="-285750" algn="l" rtl="0">
              <a:lnSpc>
                <a:spcPct val="90000"/>
              </a:lnSpc>
              <a:spcBef>
                <a:spcPts val="480"/>
              </a:spcBef>
              <a:spcAft>
                <a:spcPts val="0"/>
              </a:spcAft>
              <a:buClr>
                <a:schemeClr val="hlink"/>
              </a:buClr>
              <a:buSzPts val="1320"/>
              <a:buFont typeface="Noto Sans Symbols"/>
              <a:buChar char="■"/>
            </a:pPr>
            <a:r>
              <a:rPr lang="en-US" sz="2400" b="1" i="0" u="none" strike="noStrike" cap="none">
                <a:solidFill>
                  <a:schemeClr val="dk1"/>
                </a:solidFill>
                <a:latin typeface="Times New Roman"/>
                <a:ea typeface="Times New Roman"/>
                <a:cs typeface="Times New Roman"/>
                <a:sym typeface="Times New Roman"/>
              </a:rPr>
              <a:t>p</a:t>
            </a:r>
            <a:r>
              <a:rPr lang="en-US" sz="2400" b="1" i="0" u="none" strike="noStrike" cap="none" baseline="-25000">
                <a:solidFill>
                  <a:schemeClr val="dk1"/>
                </a:solidFill>
                <a:latin typeface="Times New Roman"/>
                <a:ea typeface="Times New Roman"/>
                <a:cs typeface="Times New Roman"/>
                <a:sym typeface="Times New Roman"/>
              </a:rPr>
              <a:t>i</a:t>
            </a:r>
            <a:r>
              <a:rPr lang="en-US" sz="2000" b="1" i="0" u="none" strike="noStrike" cap="none">
                <a:solidFill>
                  <a:schemeClr val="dk1"/>
                </a:solidFill>
                <a:latin typeface="Times New Roman"/>
                <a:ea typeface="Times New Roman"/>
                <a:cs typeface="Times New Roman"/>
                <a:sym typeface="Times New Roman"/>
              </a:rPr>
              <a:t> </a:t>
            </a:r>
            <a:r>
              <a:rPr lang="en-US" sz="2000" b="0" i="0" u="none" strike="noStrike" cap="none">
                <a:solidFill>
                  <a:schemeClr val="dk1"/>
                </a:solidFill>
                <a:latin typeface="Times New Roman"/>
                <a:ea typeface="Times New Roman"/>
                <a:cs typeface="Times New Roman"/>
                <a:sym typeface="Times New Roman"/>
              </a:rPr>
              <a:t>- a positive benefit</a:t>
            </a:r>
            <a:endParaRPr/>
          </a:p>
          <a:p>
            <a:pPr marL="742950" marR="0" lvl="1" indent="-285750" algn="l" rtl="0">
              <a:lnSpc>
                <a:spcPct val="90000"/>
              </a:lnSpc>
              <a:spcBef>
                <a:spcPts val="480"/>
              </a:spcBef>
              <a:spcAft>
                <a:spcPts val="0"/>
              </a:spcAft>
              <a:buClr>
                <a:schemeClr val="hlink"/>
              </a:buClr>
              <a:buSzPts val="1320"/>
              <a:buFont typeface="Noto Sans Symbols"/>
              <a:buChar char="■"/>
            </a:pPr>
            <a:r>
              <a:rPr lang="en-US" sz="2400" b="1" i="0" u="none" strike="noStrike" cap="none">
                <a:solidFill>
                  <a:schemeClr val="dk1"/>
                </a:solidFill>
                <a:latin typeface="Times New Roman"/>
                <a:ea typeface="Times New Roman"/>
                <a:cs typeface="Times New Roman"/>
                <a:sym typeface="Times New Roman"/>
              </a:rPr>
              <a:t>w</a:t>
            </a:r>
            <a:r>
              <a:rPr lang="en-US" sz="2400" b="1" i="0" u="none" strike="noStrike" cap="none" baseline="-25000">
                <a:solidFill>
                  <a:schemeClr val="dk1"/>
                </a:solidFill>
                <a:latin typeface="Times New Roman"/>
                <a:ea typeface="Times New Roman"/>
                <a:cs typeface="Times New Roman"/>
                <a:sym typeface="Times New Roman"/>
              </a:rPr>
              <a:t>i</a:t>
            </a:r>
            <a:r>
              <a:rPr lang="en-US" sz="2000" b="0" i="0" u="none" strike="noStrike" cap="none" baseline="-25000">
                <a:solidFill>
                  <a:schemeClr val="dk1"/>
                </a:solidFill>
                <a:latin typeface="Times New Roman"/>
                <a:ea typeface="Times New Roman"/>
                <a:cs typeface="Times New Roman"/>
                <a:sym typeface="Times New Roman"/>
              </a:rPr>
              <a:t> </a:t>
            </a:r>
            <a:r>
              <a:rPr lang="en-US" sz="2000" b="0" i="0" u="none" strike="noStrike" cap="none">
                <a:solidFill>
                  <a:schemeClr val="dk1"/>
                </a:solidFill>
                <a:latin typeface="Times New Roman"/>
                <a:ea typeface="Times New Roman"/>
                <a:cs typeface="Times New Roman"/>
                <a:sym typeface="Times New Roman"/>
              </a:rPr>
              <a:t>- a positive weight</a:t>
            </a:r>
            <a:endParaRPr sz="2000" b="1" i="0" u="none" strike="noStrike" cap="none">
              <a:solidFill>
                <a:schemeClr val="dk1"/>
              </a:solidFill>
              <a:latin typeface="Times New Roman"/>
              <a:ea typeface="Times New Roman"/>
              <a:cs typeface="Times New Roman"/>
              <a:sym typeface="Times New Roman"/>
            </a:endParaRPr>
          </a:p>
          <a:p>
            <a:pPr marL="742950" marR="0" lvl="1" indent="-285750" algn="l" rtl="0">
              <a:lnSpc>
                <a:spcPct val="100000"/>
              </a:lnSpc>
              <a:spcBef>
                <a:spcPts val="480"/>
              </a:spcBef>
              <a:spcAft>
                <a:spcPts val="0"/>
              </a:spcAft>
              <a:buClr>
                <a:schemeClr val="folHlink"/>
              </a:buClr>
              <a:buSzPts val="1440"/>
              <a:buFont typeface="Noto Sans Symbols"/>
              <a:buChar char="■"/>
            </a:pPr>
            <a:r>
              <a:rPr lang="en-US" sz="2400" b="1" i="0" u="none" strike="noStrike" cap="none">
                <a:solidFill>
                  <a:schemeClr val="dk1"/>
                </a:solidFill>
                <a:latin typeface="Times New Roman"/>
                <a:ea typeface="Times New Roman"/>
                <a:cs typeface="Times New Roman"/>
                <a:sym typeface="Times New Roman"/>
              </a:rPr>
              <a:t>Goal: </a:t>
            </a:r>
            <a:r>
              <a:rPr lang="en-US" sz="2000" b="0" i="0" u="none" strike="noStrike" cap="none">
                <a:solidFill>
                  <a:schemeClr val="dk1"/>
                </a:solidFill>
                <a:latin typeface="Times New Roman"/>
                <a:ea typeface="Times New Roman"/>
                <a:cs typeface="Times New Roman"/>
                <a:sym typeface="Times New Roman"/>
              </a:rPr>
              <a:t>Choose</a:t>
            </a:r>
            <a:r>
              <a:rPr lang="en-US" sz="2400" b="1" i="0" u="none" strike="noStrike" cap="none">
                <a:solidFill>
                  <a:schemeClr val="dk1"/>
                </a:solidFill>
                <a:latin typeface="Times New Roman"/>
                <a:ea typeface="Times New Roman"/>
                <a:cs typeface="Times New Roman"/>
                <a:sym typeface="Times New Roman"/>
              </a:rPr>
              <a:t> </a:t>
            </a:r>
            <a:r>
              <a:rPr lang="en-US" sz="2000" b="0" i="0" u="none" strike="noStrike" cap="none">
                <a:solidFill>
                  <a:schemeClr val="dk1"/>
                </a:solidFill>
                <a:latin typeface="Times New Roman"/>
                <a:ea typeface="Times New Roman"/>
                <a:cs typeface="Times New Roman"/>
                <a:sym typeface="Times New Roman"/>
              </a:rPr>
              <a:t>items with maximum total benefit but with weight at most  </a:t>
            </a:r>
            <a:r>
              <a:rPr lang="en-US" sz="2000" b="1" i="0" u="none" strike="noStrike" cap="none">
                <a:solidFill>
                  <a:schemeClr val="dk1"/>
                </a:solidFill>
                <a:latin typeface="Times New Roman"/>
                <a:ea typeface="Times New Roman"/>
                <a:cs typeface="Times New Roman"/>
                <a:sym typeface="Times New Roman"/>
              </a:rPr>
              <a:t>m</a:t>
            </a:r>
            <a:r>
              <a:rPr lang="en-US" sz="2000" b="0" i="0" u="none" strike="noStrike" cap="none">
                <a:solidFill>
                  <a:schemeClr val="dk1"/>
                </a:solidFill>
                <a:latin typeface="Times New Roman"/>
                <a:ea typeface="Times New Roman"/>
                <a:cs typeface="Times New Roman"/>
                <a:sym typeface="Times New Roman"/>
              </a:rPr>
              <a:t>.</a:t>
            </a:r>
            <a:endParaRPr/>
          </a:p>
          <a:p>
            <a:pPr marL="342900" marR="0" lvl="0" indent="-342900" algn="l" rtl="0">
              <a:lnSpc>
                <a:spcPct val="90000"/>
              </a:lnSpc>
              <a:spcBef>
                <a:spcPts val="480"/>
              </a:spcBef>
              <a:spcAft>
                <a:spcPts val="0"/>
              </a:spcAft>
              <a:buClr>
                <a:schemeClr val="folHlink"/>
              </a:buClr>
              <a:buSzPts val="1440"/>
              <a:buFont typeface="Noto Sans Symbols"/>
              <a:buChar char="■"/>
            </a:pPr>
            <a:r>
              <a:rPr lang="en-US" sz="2400" b="0" i="0" u="none">
                <a:solidFill>
                  <a:schemeClr val="dk1"/>
                </a:solidFill>
                <a:latin typeface="Times New Roman"/>
                <a:ea typeface="Times New Roman"/>
                <a:cs typeface="Times New Roman"/>
                <a:sym typeface="Times New Roman"/>
              </a:rPr>
              <a:t>If we are allowed to take fractional amounts, then this is the </a:t>
            </a:r>
            <a:r>
              <a:rPr lang="en-US" sz="2400" b="1" i="0" u="none">
                <a:solidFill>
                  <a:schemeClr val="dk2"/>
                </a:solidFill>
                <a:latin typeface="Times New Roman"/>
                <a:ea typeface="Times New Roman"/>
                <a:cs typeface="Times New Roman"/>
                <a:sym typeface="Times New Roman"/>
              </a:rPr>
              <a:t>fractional knapsack problem</a:t>
            </a:r>
            <a:r>
              <a:rPr lang="en-US" sz="2400" b="0" i="0" u="none">
                <a:solidFill>
                  <a:schemeClr val="dk1"/>
                </a:solidFill>
                <a:latin typeface="Times New Roman"/>
                <a:ea typeface="Times New Roman"/>
                <a:cs typeface="Times New Roman"/>
                <a:sym typeface="Times New Roman"/>
              </a:rPr>
              <a:t>.</a:t>
            </a:r>
            <a:endParaRPr/>
          </a:p>
          <a:p>
            <a:pPr marL="742950" marR="0" lvl="1" indent="-285750" algn="l" rtl="0">
              <a:lnSpc>
                <a:spcPct val="90000"/>
              </a:lnSpc>
              <a:spcBef>
                <a:spcPts val="560"/>
              </a:spcBef>
              <a:spcAft>
                <a:spcPts val="0"/>
              </a:spcAft>
              <a:buClr>
                <a:schemeClr val="hlink"/>
              </a:buClr>
              <a:buSzPts val="1100"/>
              <a:buFont typeface="Noto Sans Symbols"/>
              <a:buChar char="■"/>
            </a:pPr>
            <a:r>
              <a:rPr lang="en-US" sz="2000" b="0" i="0" u="none" strike="noStrike" cap="none">
                <a:solidFill>
                  <a:schemeClr val="dk1"/>
                </a:solidFill>
                <a:latin typeface="Times New Roman"/>
                <a:ea typeface="Times New Roman"/>
                <a:cs typeface="Times New Roman"/>
                <a:sym typeface="Times New Roman"/>
              </a:rPr>
              <a:t>Let </a:t>
            </a:r>
            <a:r>
              <a:rPr lang="en-US" sz="2800" b="1" i="0" u="none" strike="noStrike" cap="none">
                <a:solidFill>
                  <a:schemeClr val="dk1"/>
                </a:solidFill>
                <a:latin typeface="Times New Roman"/>
                <a:ea typeface="Times New Roman"/>
                <a:cs typeface="Times New Roman"/>
                <a:sym typeface="Times New Roman"/>
              </a:rPr>
              <a:t>x</a:t>
            </a:r>
            <a:r>
              <a:rPr lang="en-US" sz="2800" b="1" i="0" u="none" strike="noStrike" cap="none" baseline="-25000">
                <a:solidFill>
                  <a:schemeClr val="dk1"/>
                </a:solidFill>
                <a:latin typeface="Times New Roman"/>
                <a:ea typeface="Times New Roman"/>
                <a:cs typeface="Times New Roman"/>
                <a:sym typeface="Times New Roman"/>
              </a:rPr>
              <a:t>i </a:t>
            </a:r>
            <a:r>
              <a:rPr lang="en-US" sz="2000" b="0" i="0" u="none" strike="noStrike" cap="none">
                <a:solidFill>
                  <a:schemeClr val="dk1"/>
                </a:solidFill>
                <a:latin typeface="Times New Roman"/>
                <a:ea typeface="Times New Roman"/>
                <a:cs typeface="Times New Roman"/>
                <a:sym typeface="Times New Roman"/>
              </a:rPr>
              <a:t>denote the amount we take of item  i  , </a:t>
            </a:r>
            <a:r>
              <a:rPr lang="en-US" sz="1800" b="1" i="0" u="none" strike="noStrike" cap="none">
                <a:solidFill>
                  <a:schemeClr val="dk1"/>
                </a:solidFill>
                <a:latin typeface="Times New Roman"/>
                <a:ea typeface="Times New Roman"/>
                <a:cs typeface="Times New Roman"/>
                <a:sym typeface="Times New Roman"/>
              </a:rPr>
              <a:t>0≤ </a:t>
            </a:r>
            <a:r>
              <a:rPr lang="en-US" sz="2400" b="0" i="0" u="none" strike="noStrike" cap="none">
                <a:solidFill>
                  <a:schemeClr val="dk1"/>
                </a:solidFill>
                <a:latin typeface="Times New Roman"/>
                <a:ea typeface="Times New Roman"/>
                <a:cs typeface="Times New Roman"/>
                <a:sym typeface="Times New Roman"/>
              </a:rPr>
              <a:t>x</a:t>
            </a:r>
            <a:r>
              <a:rPr lang="en-US" sz="2400" b="0" i="0" u="none" strike="noStrike" cap="none" baseline="-25000">
                <a:solidFill>
                  <a:schemeClr val="dk1"/>
                </a:solidFill>
                <a:latin typeface="Times New Roman"/>
                <a:ea typeface="Times New Roman"/>
                <a:cs typeface="Times New Roman"/>
                <a:sym typeface="Times New Roman"/>
              </a:rPr>
              <a:t>i </a:t>
            </a:r>
            <a:r>
              <a:rPr lang="en-US" sz="1800" b="1" i="0" u="none" strike="noStrike" cap="none">
                <a:solidFill>
                  <a:schemeClr val="dk1"/>
                </a:solidFill>
                <a:latin typeface="Times New Roman"/>
                <a:ea typeface="Times New Roman"/>
                <a:cs typeface="Times New Roman"/>
                <a:sym typeface="Times New Roman"/>
              </a:rPr>
              <a:t>≤ 1</a:t>
            </a:r>
            <a:endParaRPr/>
          </a:p>
          <a:p>
            <a:pPr marL="742950" marR="0" lvl="1" indent="-285750" algn="l" rtl="0">
              <a:lnSpc>
                <a:spcPct val="100000"/>
              </a:lnSpc>
              <a:spcBef>
                <a:spcPts val="640"/>
              </a:spcBef>
              <a:spcAft>
                <a:spcPts val="0"/>
              </a:spcAft>
              <a:buClr>
                <a:schemeClr val="folHlink"/>
              </a:buClr>
              <a:buSzPts val="1440"/>
              <a:buFont typeface="Noto Sans Symbols"/>
              <a:buChar char="■"/>
            </a:pPr>
            <a:r>
              <a:rPr lang="en-US" sz="2400" b="1" i="0" u="none" strike="noStrike" cap="none">
                <a:solidFill>
                  <a:schemeClr val="dk1"/>
                </a:solidFill>
                <a:latin typeface="Times New Roman"/>
                <a:ea typeface="Times New Roman"/>
                <a:cs typeface="Times New Roman"/>
                <a:sym typeface="Times New Roman"/>
              </a:rPr>
              <a:t>Objective:</a:t>
            </a:r>
            <a:r>
              <a:rPr lang="en-US" sz="1800" b="0" i="0" u="none" strike="noStrike" cap="none">
                <a:solidFill>
                  <a:schemeClr val="dk1"/>
                </a:solidFill>
                <a:latin typeface="Times New Roman"/>
                <a:ea typeface="Times New Roman"/>
                <a:cs typeface="Times New Roman"/>
                <a:sym typeface="Times New Roman"/>
              </a:rPr>
              <a:t> 		</a:t>
            </a:r>
            <a:r>
              <a:rPr lang="en-US" sz="2800" b="1" i="0" u="none" strike="noStrike" cap="none">
                <a:solidFill>
                  <a:srgbClr val="0070C0"/>
                </a:solidFill>
                <a:latin typeface="Times New Roman"/>
                <a:ea typeface="Times New Roman"/>
                <a:cs typeface="Times New Roman"/>
                <a:sym typeface="Times New Roman"/>
              </a:rPr>
              <a:t>maximize</a:t>
            </a:r>
            <a:r>
              <a:rPr lang="en-US" sz="2000" b="1" i="0" u="none" strike="noStrike" cap="none">
                <a:solidFill>
                  <a:schemeClr val="dk1"/>
                </a:solidFill>
                <a:latin typeface="Times New Roman"/>
                <a:ea typeface="Times New Roman"/>
                <a:cs typeface="Times New Roman"/>
                <a:sym typeface="Times New Roman"/>
              </a:rPr>
              <a:t> 	</a:t>
            </a:r>
            <a:r>
              <a:rPr lang="en-US" sz="3200" b="1" i="0" u="none" strike="noStrike" cap="none">
                <a:solidFill>
                  <a:schemeClr val="dk1"/>
                </a:solidFill>
                <a:latin typeface="Times New Roman"/>
                <a:ea typeface="Times New Roman"/>
                <a:cs typeface="Times New Roman"/>
                <a:sym typeface="Times New Roman"/>
              </a:rPr>
              <a:t>∑ p</a:t>
            </a:r>
            <a:r>
              <a:rPr lang="en-US" sz="3200" b="1" i="0" u="none" strike="noStrike" cap="none" baseline="-25000">
                <a:solidFill>
                  <a:schemeClr val="dk1"/>
                </a:solidFill>
                <a:latin typeface="Times New Roman"/>
                <a:ea typeface="Times New Roman"/>
                <a:cs typeface="Times New Roman"/>
                <a:sym typeface="Times New Roman"/>
              </a:rPr>
              <a:t>i </a:t>
            </a:r>
            <a:r>
              <a:rPr lang="en-US" sz="3200" b="1" i="0" u="none" strike="noStrike" cap="none">
                <a:solidFill>
                  <a:schemeClr val="dk1"/>
                </a:solidFill>
                <a:latin typeface="Times New Roman"/>
                <a:ea typeface="Times New Roman"/>
                <a:cs typeface="Times New Roman"/>
                <a:sym typeface="Times New Roman"/>
              </a:rPr>
              <a:t>x</a:t>
            </a:r>
            <a:r>
              <a:rPr lang="en-US" sz="3200" b="1" i="0" u="none" strike="noStrike" cap="none" baseline="-25000">
                <a:solidFill>
                  <a:schemeClr val="dk1"/>
                </a:solidFill>
                <a:latin typeface="Times New Roman"/>
                <a:ea typeface="Times New Roman"/>
                <a:cs typeface="Times New Roman"/>
                <a:sym typeface="Times New Roman"/>
              </a:rPr>
              <a:t>i</a:t>
            </a:r>
            <a:endParaRPr sz="2400" b="1" i="0" u="none" strike="noStrike" cap="none" baseline="-25000">
              <a:solidFill>
                <a:schemeClr val="dk1"/>
              </a:solidFill>
              <a:latin typeface="Times New Roman"/>
              <a:ea typeface="Times New Roman"/>
              <a:cs typeface="Times New Roman"/>
              <a:sym typeface="Times New Roman"/>
            </a:endParaRPr>
          </a:p>
          <a:p>
            <a:pPr marL="1657350" marR="0" lvl="4" indent="-342900" algn="l" rtl="0">
              <a:lnSpc>
                <a:spcPct val="100000"/>
              </a:lnSpc>
              <a:spcBef>
                <a:spcPts val="280"/>
              </a:spcBef>
              <a:spcAft>
                <a:spcPts val="0"/>
              </a:spcAft>
              <a:buClr>
                <a:schemeClr val="accent1"/>
              </a:buClr>
              <a:buSzPts val="550"/>
              <a:buFont typeface="Noto Sans Symbols"/>
              <a:buNone/>
            </a:pPr>
            <a:r>
              <a:rPr lang="en-US" sz="1100" b="1" i="0" u="none" strike="noStrike" cap="none">
                <a:solidFill>
                  <a:schemeClr val="dk1"/>
                </a:solidFill>
                <a:latin typeface="Times New Roman"/>
                <a:ea typeface="Times New Roman"/>
                <a:cs typeface="Times New Roman"/>
                <a:sym typeface="Times New Roman"/>
              </a:rPr>
              <a:t>                                                                                         </a:t>
            </a:r>
            <a:r>
              <a:rPr lang="en-US" sz="1400" b="1" i="0" u="none" strike="noStrike" cap="none">
                <a:solidFill>
                  <a:schemeClr val="dk1"/>
                </a:solidFill>
                <a:latin typeface="Times New Roman"/>
                <a:ea typeface="Times New Roman"/>
                <a:cs typeface="Times New Roman"/>
                <a:sym typeface="Times New Roman"/>
              </a:rPr>
              <a:t>1 ≤ i ≤ n</a:t>
            </a:r>
            <a:endParaRPr sz="1100" b="1" i="0" u="none" strike="noStrike" cap="none">
              <a:solidFill>
                <a:schemeClr val="dk1"/>
              </a:solidFill>
              <a:latin typeface="Times New Roman"/>
              <a:ea typeface="Times New Roman"/>
              <a:cs typeface="Times New Roman"/>
              <a:sym typeface="Times New Roman"/>
            </a:endParaRPr>
          </a:p>
          <a:p>
            <a:pPr marL="742950" marR="0" lvl="1" indent="-285750" algn="l" rtl="0">
              <a:lnSpc>
                <a:spcPct val="100000"/>
              </a:lnSpc>
              <a:spcBef>
                <a:spcPts val="560"/>
              </a:spcBef>
              <a:spcAft>
                <a:spcPts val="0"/>
              </a:spcAft>
              <a:buClr>
                <a:schemeClr val="folHlink"/>
              </a:buClr>
              <a:buSzPts val="1440"/>
              <a:buFont typeface="Noto Sans Symbols"/>
              <a:buChar char="■"/>
            </a:pPr>
            <a:r>
              <a:rPr lang="en-US" sz="2400" b="1" i="0" u="none" strike="noStrike" cap="none">
                <a:solidFill>
                  <a:schemeClr val="dk1"/>
                </a:solidFill>
                <a:latin typeface="Times New Roman"/>
                <a:ea typeface="Times New Roman"/>
                <a:cs typeface="Times New Roman"/>
                <a:sym typeface="Times New Roman"/>
              </a:rPr>
              <a:t>Constraint:     </a:t>
            </a:r>
            <a:r>
              <a:rPr lang="en-US" sz="2800" b="1" i="0" u="none" strike="noStrike" cap="none">
                <a:solidFill>
                  <a:schemeClr val="dk1"/>
                </a:solidFill>
                <a:latin typeface="Times New Roman"/>
                <a:ea typeface="Times New Roman"/>
                <a:cs typeface="Times New Roman"/>
                <a:sym typeface="Times New Roman"/>
              </a:rPr>
              <a:t>∑ w</a:t>
            </a:r>
            <a:r>
              <a:rPr lang="en-US" sz="2800" b="1" i="0" u="none" strike="noStrike" cap="none" baseline="-25000">
                <a:solidFill>
                  <a:schemeClr val="dk1"/>
                </a:solidFill>
                <a:latin typeface="Times New Roman"/>
                <a:ea typeface="Times New Roman"/>
                <a:cs typeface="Times New Roman"/>
                <a:sym typeface="Times New Roman"/>
              </a:rPr>
              <a:t>i </a:t>
            </a:r>
            <a:r>
              <a:rPr lang="en-US" sz="2800" b="1" i="0" u="none" strike="noStrike" cap="none">
                <a:solidFill>
                  <a:schemeClr val="dk1"/>
                </a:solidFill>
                <a:latin typeface="Times New Roman"/>
                <a:ea typeface="Times New Roman"/>
                <a:cs typeface="Times New Roman"/>
                <a:sym typeface="Times New Roman"/>
              </a:rPr>
              <a:t>x</a:t>
            </a:r>
            <a:r>
              <a:rPr lang="en-US" sz="2800" b="1" i="0" u="none" strike="noStrike" cap="none" baseline="-25000">
                <a:solidFill>
                  <a:schemeClr val="dk1"/>
                </a:solidFill>
                <a:latin typeface="Times New Roman"/>
                <a:ea typeface="Times New Roman"/>
                <a:cs typeface="Times New Roman"/>
                <a:sym typeface="Times New Roman"/>
              </a:rPr>
              <a:t>i</a:t>
            </a:r>
            <a:r>
              <a:rPr lang="en-US" sz="2800" b="1" i="0" u="none" strike="noStrike" cap="none">
                <a:solidFill>
                  <a:schemeClr val="dk1"/>
                </a:solidFill>
                <a:latin typeface="Times New Roman"/>
                <a:ea typeface="Times New Roman"/>
                <a:cs typeface="Times New Roman"/>
                <a:sym typeface="Times New Roman"/>
              </a:rPr>
              <a:t> ≤ m</a:t>
            </a:r>
            <a:endParaRPr/>
          </a:p>
          <a:p>
            <a:pPr marL="1657350" marR="0" lvl="4" indent="-342900" algn="l" rtl="0">
              <a:lnSpc>
                <a:spcPct val="100000"/>
              </a:lnSpc>
              <a:spcBef>
                <a:spcPts val="280"/>
              </a:spcBef>
              <a:spcAft>
                <a:spcPts val="0"/>
              </a:spcAft>
              <a:buClr>
                <a:schemeClr val="accent1"/>
              </a:buClr>
              <a:buSzPts val="700"/>
              <a:buFont typeface="Noto Sans Symbols"/>
              <a:buNone/>
            </a:pPr>
            <a:r>
              <a:rPr lang="en-US" sz="1400" b="1" i="0" u="none" strike="noStrike" cap="none">
                <a:solidFill>
                  <a:schemeClr val="dk1"/>
                </a:solidFill>
                <a:latin typeface="Times New Roman"/>
                <a:ea typeface="Times New Roman"/>
                <a:cs typeface="Times New Roman"/>
                <a:sym typeface="Times New Roman"/>
              </a:rPr>
              <a:t>		     1 ≤ i ≤ n</a:t>
            </a:r>
            <a:endParaRPr/>
          </a:p>
          <a:p>
            <a:pPr marL="342900" marR="0" lvl="0" indent="-342900" algn="l" rtl="0">
              <a:lnSpc>
                <a:spcPct val="100000"/>
              </a:lnSpc>
              <a:spcBef>
                <a:spcPts val="48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			and    0 ≤ </a:t>
            </a:r>
            <a:r>
              <a:rPr lang="en-US" sz="2400" b="1" i="0" u="none">
                <a:solidFill>
                  <a:schemeClr val="dk1"/>
                </a:solidFill>
                <a:latin typeface="Times New Roman"/>
                <a:ea typeface="Times New Roman"/>
                <a:cs typeface="Times New Roman"/>
                <a:sym typeface="Times New Roman"/>
              </a:rPr>
              <a:t>x</a:t>
            </a:r>
            <a:r>
              <a:rPr lang="en-US" sz="2400" b="1" i="0" u="none" baseline="-25000">
                <a:solidFill>
                  <a:schemeClr val="dk1"/>
                </a:solidFill>
                <a:latin typeface="Times New Roman"/>
                <a:ea typeface="Times New Roman"/>
                <a:cs typeface="Times New Roman"/>
                <a:sym typeface="Times New Roman"/>
              </a:rPr>
              <a:t>i</a:t>
            </a:r>
            <a:r>
              <a:rPr lang="en-US" sz="2000" b="0" i="0" u="none">
                <a:solidFill>
                  <a:schemeClr val="dk1"/>
                </a:solidFill>
                <a:latin typeface="Times New Roman"/>
                <a:ea typeface="Times New Roman"/>
                <a:cs typeface="Times New Roman"/>
                <a:sym typeface="Times New Roman"/>
              </a:rPr>
              <a:t> ≤ 1 , 1 ≤ </a:t>
            </a:r>
            <a:r>
              <a:rPr lang="en-US" sz="2000" b="1" i="0" u="none">
                <a:solidFill>
                  <a:schemeClr val="dk1"/>
                </a:solidFill>
                <a:latin typeface="Times New Roman"/>
                <a:ea typeface="Times New Roman"/>
                <a:cs typeface="Times New Roman"/>
                <a:sym typeface="Times New Roman"/>
              </a:rPr>
              <a:t>i </a:t>
            </a:r>
            <a:r>
              <a:rPr lang="en-US" sz="2000" b="0" i="0" u="none">
                <a:solidFill>
                  <a:schemeClr val="dk1"/>
                </a:solidFill>
                <a:latin typeface="Times New Roman"/>
                <a:ea typeface="Times New Roman"/>
                <a:cs typeface="Times New Roman"/>
                <a:sym typeface="Times New Roman"/>
              </a:rPr>
              <a:t>≤ n</a:t>
            </a:r>
            <a:endParaRPr/>
          </a:p>
          <a:p>
            <a:pPr marL="342900" marR="0" lvl="0" indent="-342900" algn="l" rtl="0">
              <a:lnSpc>
                <a:spcPct val="100000"/>
              </a:lnSpc>
              <a:spcBef>
                <a:spcPts val="40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					</a:t>
            </a:r>
            <a:endParaRPr/>
          </a:p>
          <a:p>
            <a:pPr marL="742950" marR="0" lvl="1" indent="-194309" algn="l" rtl="0">
              <a:lnSpc>
                <a:spcPct val="100000"/>
              </a:lnSpc>
              <a:spcBef>
                <a:spcPts val="480"/>
              </a:spcBef>
              <a:spcAft>
                <a:spcPts val="0"/>
              </a:spcAft>
              <a:buClr>
                <a:schemeClr val="folHlink"/>
              </a:buClr>
              <a:buSzPts val="1440"/>
              <a:buFont typeface="Noto Sans Symbols"/>
              <a:buNone/>
            </a:pPr>
            <a:endParaRPr sz="2400" b="1" i="0" u="none" strike="noStrike" cap="none">
              <a:solidFill>
                <a:schemeClr val="dk1"/>
              </a:solidFill>
              <a:latin typeface="Times New Roman"/>
              <a:ea typeface="Times New Roman"/>
              <a:cs typeface="Times New Roman"/>
              <a:sym typeface="Times New Roman"/>
            </a:endParaRPr>
          </a:p>
          <a:p>
            <a:pPr marL="342900" marR="0" lvl="0" indent="-251459" algn="l" rtl="0">
              <a:lnSpc>
                <a:spcPct val="90000"/>
              </a:lnSpc>
              <a:spcBef>
                <a:spcPts val="480"/>
              </a:spcBef>
              <a:spcAft>
                <a:spcPts val="0"/>
              </a:spcAft>
              <a:buClr>
                <a:schemeClr val="folHlink"/>
              </a:buClr>
              <a:buSzPts val="1440"/>
              <a:buFont typeface="Noto Sans Symbols"/>
              <a:buNone/>
            </a:pPr>
            <a:endParaRPr sz="2400" b="0" i="0" u="none">
              <a:solidFill>
                <a:schemeClr val="dk1"/>
              </a:solidFill>
              <a:latin typeface="Times New Roman"/>
              <a:ea typeface="Times New Roman"/>
              <a:cs typeface="Times New Roman"/>
              <a:sym typeface="Times New Roman"/>
            </a:endParaRPr>
          </a:p>
          <a:p>
            <a:pPr marL="342900" marR="0" lvl="0" indent="-251459" algn="l" rtl="0">
              <a:lnSpc>
                <a:spcPct val="90000"/>
              </a:lnSpc>
              <a:spcBef>
                <a:spcPts val="480"/>
              </a:spcBef>
              <a:spcAft>
                <a:spcPts val="0"/>
              </a:spcAft>
              <a:buClr>
                <a:schemeClr val="folHlink"/>
              </a:buClr>
              <a:buSzPts val="1440"/>
              <a:buFont typeface="Noto Sans Symbols"/>
              <a:buNone/>
            </a:pPr>
            <a:endParaRPr sz="2400" b="0" i="0" u="none">
              <a:solidFill>
                <a:schemeClr val="dk1"/>
              </a:solidFill>
              <a:latin typeface="Times New Roman"/>
              <a:ea typeface="Times New Roman"/>
              <a:cs typeface="Times New Roman"/>
              <a:sym typeface="Times New Roman"/>
            </a:endParaRPr>
          </a:p>
          <a:p>
            <a:pPr marL="742950" marR="0" lvl="1" indent="-201930" algn="l" rtl="0">
              <a:lnSpc>
                <a:spcPct val="90000"/>
              </a:lnSpc>
              <a:spcBef>
                <a:spcPts val="480"/>
              </a:spcBef>
              <a:spcAft>
                <a:spcPts val="0"/>
              </a:spcAft>
              <a:buClr>
                <a:schemeClr val="hlink"/>
              </a:buClr>
              <a:buSzPts val="1320"/>
              <a:buFont typeface="Noto Sans Symbols"/>
              <a:buNone/>
            </a:pPr>
            <a:endParaRPr sz="2400" b="1" i="0" u="none" strike="noStrike" cap="none">
              <a:solidFill>
                <a:schemeClr val="dk1"/>
              </a:solidFill>
              <a:latin typeface="Times New Roman"/>
              <a:ea typeface="Times New Roman"/>
              <a:cs typeface="Times New Roman"/>
              <a:sym typeface="Times New Roman"/>
            </a:endParaRPr>
          </a:p>
          <a:p>
            <a:pPr marL="742950" marR="0" lvl="1" indent="-201930" algn="l" rtl="0">
              <a:lnSpc>
                <a:spcPct val="100000"/>
              </a:lnSpc>
              <a:spcBef>
                <a:spcPts val="480"/>
              </a:spcBef>
              <a:spcAft>
                <a:spcPts val="0"/>
              </a:spcAft>
              <a:buClr>
                <a:schemeClr val="hlink"/>
              </a:buClr>
              <a:buSzPts val="1320"/>
              <a:buFont typeface="Noto Sans Symbols"/>
              <a:buNone/>
            </a:pPr>
            <a:endParaRPr sz="2400" b="0" i="0" u="none" strike="noStrike" cap="none">
              <a:solidFill>
                <a:schemeClr val="dk1"/>
              </a:solidFill>
              <a:latin typeface="Times New Roman"/>
              <a:ea typeface="Times New Roman"/>
              <a:cs typeface="Times New Roman"/>
              <a:sym typeface="Times New Roman"/>
            </a:endParaRPr>
          </a:p>
          <a:p>
            <a:pPr marL="742950" marR="0" lvl="1" indent="-215900" algn="l" rtl="0">
              <a:lnSpc>
                <a:spcPct val="90000"/>
              </a:lnSpc>
              <a:spcBef>
                <a:spcPts val="400"/>
              </a:spcBef>
              <a:spcAft>
                <a:spcPts val="0"/>
              </a:spcAft>
              <a:buClr>
                <a:schemeClr val="hlink"/>
              </a:buClr>
              <a:buSzPts val="1100"/>
              <a:buFont typeface="Noto Sans Symbols"/>
              <a:buNone/>
            </a:pPr>
            <a:endParaRPr sz="2000" b="0" i="0" u="none" strike="noStrike" cap="none">
              <a:solidFill>
                <a:schemeClr val="dk1"/>
              </a:solidFill>
              <a:latin typeface="Times New Roman"/>
              <a:ea typeface="Times New Roman"/>
              <a:cs typeface="Times New Roman"/>
              <a:sym typeface="Times New Roman"/>
            </a:endParaRPr>
          </a:p>
          <a:p>
            <a:pPr marL="342900" marR="0" lvl="0" indent="-266700" algn="l" rtl="0">
              <a:spcBef>
                <a:spcPts val="400"/>
              </a:spcBef>
              <a:spcAft>
                <a:spcPts val="0"/>
              </a:spcAft>
              <a:buClr>
                <a:schemeClr val="folHlink"/>
              </a:buClr>
              <a:buSzPts val="12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pic>
        <p:nvPicPr>
          <p:cNvPr id="1032" name="Google Shape;1032;g2a4cc99e909_1_109" descr="Untitled.png"/>
          <p:cNvPicPr preferRelativeResize="0"/>
          <p:nvPr/>
        </p:nvPicPr>
        <p:blipFill rotWithShape="1">
          <a:blip r:embed="rId3">
            <a:alphaModFix/>
          </a:blip>
          <a:srcRect/>
          <a:stretch/>
        </p:blipFill>
        <p:spPr>
          <a:xfrm>
            <a:off x="8432800" y="1066800"/>
            <a:ext cx="2324099" cy="1974850"/>
          </a:xfrm>
          <a:prstGeom prst="rect">
            <a:avLst/>
          </a:prstGeom>
          <a:noFill/>
          <a:ln>
            <a:noFill/>
          </a:ln>
        </p:spPr>
      </p:pic>
      <p:sp>
        <p:nvSpPr>
          <p:cNvPr id="1033" name="Google Shape;1033;g2a4cc99e909_1_109"/>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g2a4cc99e909_1_116"/>
          <p:cNvSpPr txBox="1">
            <a:spLocks noGrp="1"/>
          </p:cNvSpPr>
          <p:nvPr>
            <p:ph type="body" idx="1"/>
          </p:nvPr>
        </p:nvSpPr>
        <p:spPr>
          <a:xfrm>
            <a:off x="508000" y="1371600"/>
            <a:ext cx="11432100" cy="2209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None/>
            </a:pPr>
            <a:r>
              <a:rPr lang="en-US" sz="2800" b="0" i="0" u="none" baseline="-25000">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560"/>
              </a:spcBef>
              <a:spcAft>
                <a:spcPts val="0"/>
              </a:spcAft>
              <a:buClr>
                <a:schemeClr val="folHlink"/>
              </a:buClr>
              <a:buSzPts val="1680"/>
              <a:buFont typeface="Noto Sans Symbols"/>
              <a:buNone/>
            </a:pPr>
            <a:r>
              <a:rPr lang="en-US" sz="28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marR="0" lvl="0" indent="-34290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marR="0" lvl="0" indent="-236220" algn="l" rtl="0">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p:txBody>
      </p:sp>
      <p:sp>
        <p:nvSpPr>
          <p:cNvPr id="1039" name="Google Shape;1039;g2a4cc99e909_1_116"/>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60</a:t>
            </a:fld>
            <a:endParaRPr/>
          </a:p>
        </p:txBody>
      </p:sp>
      <p:sp>
        <p:nvSpPr>
          <p:cNvPr id="1040" name="Google Shape;1040;g2a4cc99e909_1_116"/>
          <p:cNvSpPr txBox="1"/>
          <p:nvPr/>
        </p:nvSpPr>
        <p:spPr>
          <a:xfrm>
            <a:off x="609600" y="1219200"/>
            <a:ext cx="10972800" cy="2286000"/>
          </a:xfrm>
          <a:prstGeom prst="rect">
            <a:avLst/>
          </a:prstGeom>
          <a:noFill/>
          <a:ln>
            <a:noFill/>
          </a:ln>
        </p:spPr>
        <p:txBody>
          <a:bodyPr spcFirstLastPara="1" wrap="square" lIns="91425" tIns="45700" rIns="91425" bIns="45700" anchor="t" anchorCtr="0">
            <a:normAutofit fontScale="77500" lnSpcReduction="20000"/>
          </a:bodyPr>
          <a:lstStyle/>
          <a:p>
            <a:pPr marL="342900" marR="0" lvl="0" indent="-342900" algn="l" rtl="0">
              <a:lnSpc>
                <a:spcPct val="80000"/>
              </a:lnSpc>
              <a:spcBef>
                <a:spcPts val="0"/>
              </a:spcBef>
              <a:spcAft>
                <a:spcPts val="0"/>
              </a:spcAft>
              <a:buClr>
                <a:schemeClr val="dk1"/>
              </a:buClr>
              <a:buSzPct val="100000"/>
              <a:buFont typeface="Times"/>
              <a:buNone/>
            </a:pPr>
            <a:endParaRPr sz="2000" b="1"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400"/>
              </a:spcBef>
              <a:spcAft>
                <a:spcPts val="0"/>
              </a:spcAft>
              <a:buClr>
                <a:schemeClr val="dk1"/>
              </a:buClr>
              <a:buSzPct val="100000"/>
              <a:buFont typeface="Times New Roman"/>
              <a:buNone/>
            </a:pPr>
            <a:r>
              <a:rPr lang="en-US" sz="2000" b="1" i="0" u="none">
                <a:solidFill>
                  <a:schemeClr val="dk1"/>
                </a:solidFill>
                <a:latin typeface="Times New Roman"/>
                <a:ea typeface="Times New Roman"/>
                <a:cs typeface="Times New Roman"/>
                <a:sym typeface="Times New Roman"/>
              </a:rPr>
              <a:t>Ex</a:t>
            </a:r>
            <a:r>
              <a:rPr lang="en-US" sz="2000" b="0" i="0" u="none">
                <a:solidFill>
                  <a:schemeClr val="dk1"/>
                </a:solidFill>
                <a:latin typeface="Times New Roman"/>
                <a:ea typeface="Times New Roman"/>
                <a:cs typeface="Times New Roman"/>
                <a:sym typeface="Times New Roman"/>
              </a:rPr>
              <a:t>: - Consider  following instance of Knapsack Problem with 3 objects whose profits and weights are defined as</a:t>
            </a:r>
            <a:endParaRPr/>
          </a:p>
          <a:p>
            <a:pPr marL="342900" marR="0" lvl="0" indent="-342900" algn="l" rtl="0">
              <a:lnSpc>
                <a:spcPct val="80000"/>
              </a:lnSpc>
              <a:spcBef>
                <a:spcPts val="400"/>
              </a:spcBef>
              <a:spcAft>
                <a:spcPts val="0"/>
              </a:spcAft>
              <a:buClr>
                <a:schemeClr val="dk1"/>
              </a:buClr>
              <a:buSzPct val="100000"/>
              <a:buFont typeface="Times New Roman"/>
              <a:buNone/>
            </a:pPr>
            <a:r>
              <a:rPr lang="en-US" sz="2000" b="0" i="0" u="none">
                <a:solidFill>
                  <a:schemeClr val="dk1"/>
                </a:solidFill>
                <a:latin typeface="Times New Roman"/>
                <a:ea typeface="Times New Roman"/>
                <a:cs typeface="Times New Roman"/>
                <a:sym typeface="Times New Roman"/>
              </a:rPr>
              <a:t> 	(P</a:t>
            </a:r>
            <a:r>
              <a:rPr lang="en-US" sz="2000" b="0" i="0" u="none" baseline="-25000">
                <a:solidFill>
                  <a:schemeClr val="dk1"/>
                </a:solidFill>
                <a:latin typeface="Times New Roman"/>
                <a:ea typeface="Times New Roman"/>
                <a:cs typeface="Times New Roman"/>
                <a:sym typeface="Times New Roman"/>
              </a:rPr>
              <a:t>1</a:t>
            </a:r>
            <a:r>
              <a:rPr lang="en-US" sz="2000" b="0" i="0" u="none">
                <a:solidFill>
                  <a:schemeClr val="dk1"/>
                </a:solidFill>
                <a:latin typeface="Times New Roman"/>
                <a:ea typeface="Times New Roman"/>
                <a:cs typeface="Times New Roman"/>
                <a:sym typeface="Times New Roman"/>
              </a:rPr>
              <a:t>, P</a:t>
            </a:r>
            <a:r>
              <a:rPr lang="en-US" sz="2000" b="0" i="0" u="none" baseline="-25000">
                <a:solidFill>
                  <a:schemeClr val="dk1"/>
                </a:solidFill>
                <a:latin typeface="Times New Roman"/>
                <a:ea typeface="Times New Roman"/>
                <a:cs typeface="Times New Roman"/>
                <a:sym typeface="Times New Roman"/>
              </a:rPr>
              <a:t>2</a:t>
            </a:r>
            <a:r>
              <a:rPr lang="en-US" sz="2000" b="0" i="0" u="none">
                <a:solidFill>
                  <a:schemeClr val="dk1"/>
                </a:solidFill>
                <a:latin typeface="Times New Roman"/>
                <a:ea typeface="Times New Roman"/>
                <a:cs typeface="Times New Roman"/>
                <a:sym typeface="Times New Roman"/>
              </a:rPr>
              <a:t>, P</a:t>
            </a:r>
            <a:r>
              <a:rPr lang="en-US" sz="2000" b="0" i="0" u="none" baseline="-25000">
                <a:solidFill>
                  <a:schemeClr val="dk1"/>
                </a:solidFill>
                <a:latin typeface="Times New Roman"/>
                <a:ea typeface="Times New Roman"/>
                <a:cs typeface="Times New Roman"/>
                <a:sym typeface="Times New Roman"/>
              </a:rPr>
              <a:t>3</a:t>
            </a:r>
            <a:r>
              <a:rPr lang="en-US" sz="2000" b="0" i="0" u="none">
                <a:solidFill>
                  <a:schemeClr val="dk1"/>
                </a:solidFill>
                <a:latin typeface="Times New Roman"/>
                <a:ea typeface="Times New Roman"/>
                <a:cs typeface="Times New Roman"/>
                <a:sym typeface="Times New Roman"/>
              </a:rPr>
              <a:t>)    =    ( 25, 24, 15 )  (W</a:t>
            </a:r>
            <a:r>
              <a:rPr lang="en-US" sz="2000" b="0" i="0" u="none" baseline="-25000">
                <a:solidFill>
                  <a:schemeClr val="dk1"/>
                </a:solidFill>
                <a:latin typeface="Times New Roman"/>
                <a:ea typeface="Times New Roman"/>
                <a:cs typeface="Times New Roman"/>
                <a:sym typeface="Times New Roman"/>
              </a:rPr>
              <a:t>1</a:t>
            </a:r>
            <a:r>
              <a:rPr lang="en-US" sz="2000" b="0" i="0" u="none">
                <a:solidFill>
                  <a:schemeClr val="dk1"/>
                </a:solidFill>
                <a:latin typeface="Times New Roman"/>
                <a:ea typeface="Times New Roman"/>
                <a:cs typeface="Times New Roman"/>
                <a:sym typeface="Times New Roman"/>
              </a:rPr>
              <a:t>, W</a:t>
            </a:r>
            <a:r>
              <a:rPr lang="en-US" sz="2000" b="0" i="0" u="none" baseline="-25000">
                <a:solidFill>
                  <a:schemeClr val="dk1"/>
                </a:solidFill>
                <a:latin typeface="Times New Roman"/>
                <a:ea typeface="Times New Roman"/>
                <a:cs typeface="Times New Roman"/>
                <a:sym typeface="Times New Roman"/>
              </a:rPr>
              <a:t>2</a:t>
            </a:r>
            <a:r>
              <a:rPr lang="en-US" sz="2000" b="0" i="0" u="none">
                <a:solidFill>
                  <a:schemeClr val="dk1"/>
                </a:solidFill>
                <a:latin typeface="Times New Roman"/>
                <a:ea typeface="Times New Roman"/>
                <a:cs typeface="Times New Roman"/>
                <a:sym typeface="Times New Roman"/>
              </a:rPr>
              <a:t>, W</a:t>
            </a:r>
            <a:r>
              <a:rPr lang="en-US" sz="2000" b="0" i="0" u="none" baseline="-25000">
                <a:solidFill>
                  <a:schemeClr val="dk1"/>
                </a:solidFill>
                <a:latin typeface="Times New Roman"/>
                <a:ea typeface="Times New Roman"/>
                <a:cs typeface="Times New Roman"/>
                <a:sym typeface="Times New Roman"/>
              </a:rPr>
              <a:t>3</a:t>
            </a:r>
            <a:r>
              <a:rPr lang="en-US" sz="2000" b="0" i="0" u="none">
                <a:solidFill>
                  <a:schemeClr val="dk1"/>
                </a:solidFill>
                <a:latin typeface="Times New Roman"/>
                <a:ea typeface="Times New Roman"/>
                <a:cs typeface="Times New Roman"/>
                <a:sym typeface="Times New Roman"/>
              </a:rPr>
              <a:t>) =    ( 18, 15, 10 )</a:t>
            </a:r>
            <a:endParaRPr/>
          </a:p>
          <a:p>
            <a:pPr marL="342900" marR="0" lvl="0" indent="-342900" algn="l" rtl="0">
              <a:lnSpc>
                <a:spcPct val="80000"/>
              </a:lnSpc>
              <a:spcBef>
                <a:spcPts val="400"/>
              </a:spcBef>
              <a:spcAft>
                <a:spcPts val="0"/>
              </a:spcAft>
              <a:buClr>
                <a:schemeClr val="dk1"/>
              </a:buClr>
              <a:buSzPct val="100000"/>
              <a:buFont typeface="Times New Roman"/>
              <a:buNone/>
            </a:pPr>
            <a:r>
              <a:rPr lang="en-US" sz="2000" b="0" i="0" u="none">
                <a:solidFill>
                  <a:schemeClr val="dk1"/>
                </a:solidFill>
                <a:latin typeface="Times New Roman"/>
                <a:ea typeface="Times New Roman"/>
                <a:cs typeface="Times New Roman"/>
                <a:sym typeface="Times New Roman"/>
              </a:rPr>
              <a:t>      </a:t>
            </a:r>
            <a:r>
              <a:rPr lang="en-US" sz="2000" b="1" i="0" u="none">
                <a:solidFill>
                  <a:schemeClr val="dk1"/>
                </a:solidFill>
                <a:latin typeface="Times New Roman"/>
                <a:ea typeface="Times New Roman"/>
                <a:cs typeface="Times New Roman"/>
                <a:sym typeface="Times New Roman"/>
              </a:rPr>
              <a:t>n</a:t>
            </a:r>
            <a:r>
              <a:rPr lang="en-US" sz="2000" b="0" i="0" u="none">
                <a:solidFill>
                  <a:schemeClr val="dk1"/>
                </a:solidFill>
                <a:latin typeface="Times New Roman"/>
                <a:ea typeface="Times New Roman"/>
                <a:cs typeface="Times New Roman"/>
                <a:sym typeface="Times New Roman"/>
              </a:rPr>
              <a:t>=3                 Knapsack Capacity </a:t>
            </a:r>
            <a:r>
              <a:rPr lang="en-US" sz="2000" b="1" i="0" u="none">
                <a:solidFill>
                  <a:schemeClr val="dk1"/>
                </a:solidFill>
                <a:latin typeface="Times New Roman"/>
                <a:ea typeface="Times New Roman"/>
                <a:cs typeface="Times New Roman"/>
                <a:sym typeface="Times New Roman"/>
              </a:rPr>
              <a:t>m</a:t>
            </a:r>
            <a:r>
              <a:rPr lang="en-US" sz="2000" b="0" i="0" u="none">
                <a:solidFill>
                  <a:schemeClr val="dk1"/>
                </a:solidFill>
                <a:latin typeface="Times New Roman"/>
                <a:ea typeface="Times New Roman"/>
                <a:cs typeface="Times New Roman"/>
                <a:sym typeface="Times New Roman"/>
              </a:rPr>
              <a:t>=20 </a:t>
            </a:r>
            <a:endParaRPr/>
          </a:p>
          <a:p>
            <a:pPr marL="342900" marR="0" lvl="0" indent="-342900" algn="l" rtl="0">
              <a:lnSpc>
                <a:spcPct val="80000"/>
              </a:lnSpc>
              <a:spcBef>
                <a:spcPts val="400"/>
              </a:spcBef>
              <a:spcAft>
                <a:spcPts val="0"/>
              </a:spcAft>
              <a:buClr>
                <a:schemeClr val="dk1"/>
              </a:buClr>
              <a:buSzPct val="100000"/>
              <a:buFont typeface="Times New Roman"/>
              <a:buNone/>
            </a:pPr>
            <a:r>
              <a:rPr lang="en-US" sz="2000" b="0" i="0" u="none">
                <a:solidFill>
                  <a:schemeClr val="dk1"/>
                </a:solidFill>
                <a:latin typeface="Times New Roman"/>
                <a:ea typeface="Times New Roman"/>
                <a:cs typeface="Times New Roman"/>
                <a:sym typeface="Times New Roman"/>
              </a:rPr>
              <a:t>      Determine the optimum strategy for placing the objects in to the knapsack.  </a:t>
            </a:r>
            <a:endParaRPr/>
          </a:p>
          <a:p>
            <a:pPr marL="342900" marR="0" lvl="0" indent="-342900" algn="l" rtl="0">
              <a:lnSpc>
                <a:spcPct val="80000"/>
              </a:lnSpc>
              <a:spcBef>
                <a:spcPts val="400"/>
              </a:spcBef>
              <a:spcAft>
                <a:spcPts val="0"/>
              </a:spcAft>
              <a:buClr>
                <a:srgbClr val="0070C0"/>
              </a:buClr>
              <a:buSzPct val="100000"/>
              <a:buFont typeface="Times New Roman"/>
              <a:buNone/>
            </a:pPr>
            <a:r>
              <a:rPr lang="en-US" sz="2000" b="1" i="0" u="none">
                <a:solidFill>
                  <a:srgbClr val="0070C0"/>
                </a:solidFill>
                <a:latin typeface="Times New Roman"/>
                <a:ea typeface="Times New Roman"/>
                <a:cs typeface="Times New Roman"/>
                <a:sym typeface="Times New Roman"/>
              </a:rPr>
              <a:t>The four feasible solutions are : </a:t>
            </a:r>
            <a:endParaRPr/>
          </a:p>
          <a:p>
            <a:pPr marL="342900" marR="0" lvl="0" indent="-342900" algn="l" rtl="0">
              <a:lnSpc>
                <a:spcPct val="80000"/>
              </a:lnSpc>
              <a:spcBef>
                <a:spcPts val="400"/>
              </a:spcBef>
              <a:spcAft>
                <a:spcPts val="0"/>
              </a:spcAft>
              <a:buClr>
                <a:schemeClr val="dk1"/>
              </a:buClr>
              <a:buSzPct val="100000"/>
              <a:buFont typeface="Times New Roman"/>
              <a:buNone/>
            </a:pPr>
            <a:r>
              <a:rPr lang="en-US" sz="2000" b="1" i="0" u="none">
                <a:solidFill>
                  <a:schemeClr val="dk1"/>
                </a:solidFill>
                <a:latin typeface="Times New Roman"/>
                <a:ea typeface="Times New Roman"/>
                <a:cs typeface="Times New Roman"/>
                <a:sym typeface="Times New Roman"/>
              </a:rPr>
              <a:t>(1) Greedy about profit</a:t>
            </a:r>
            <a:r>
              <a:rPr lang="en-US" sz="20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400"/>
              </a:spcBef>
              <a:spcAft>
                <a:spcPts val="0"/>
              </a:spcAft>
              <a:buClr>
                <a:schemeClr val="dk1"/>
              </a:buClr>
              <a:buSzPct val="100000"/>
              <a:buFont typeface="Times"/>
              <a:buNone/>
            </a:pPr>
            <a:endParaRPr sz="20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400"/>
              </a:spcBef>
              <a:spcAft>
                <a:spcPts val="0"/>
              </a:spcAft>
              <a:buClr>
                <a:schemeClr val="dk1"/>
              </a:buClr>
              <a:buSzPct val="100000"/>
              <a:buFont typeface="Times New Roman"/>
              <a:buNone/>
            </a:pPr>
            <a:r>
              <a:rPr lang="en-US" sz="20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400"/>
              </a:spcBef>
              <a:spcAft>
                <a:spcPts val="0"/>
              </a:spcAft>
              <a:buClr>
                <a:schemeClr val="dk1"/>
              </a:buClr>
              <a:buSzPct val="100000"/>
              <a:buFont typeface="Times New Roman"/>
              <a:buNone/>
            </a:pPr>
            <a:r>
              <a:rPr lang="en-US" sz="2000" b="0" i="0" u="none">
                <a:solidFill>
                  <a:schemeClr val="dk1"/>
                </a:solidFill>
                <a:latin typeface="Times New Roman"/>
                <a:ea typeface="Times New Roman"/>
                <a:cs typeface="Times New Roman"/>
                <a:sym typeface="Times New Roman"/>
              </a:rPr>
              <a:t>	</a:t>
            </a:r>
            <a:endParaRPr/>
          </a:p>
          <a:p>
            <a:pPr marL="0" marR="0" lvl="0" indent="0" algn="l" rtl="0">
              <a:lnSpc>
                <a:spcPct val="100000"/>
              </a:lnSpc>
              <a:spcBef>
                <a:spcPts val="0"/>
              </a:spcBef>
              <a:spcAft>
                <a:spcPts val="0"/>
              </a:spcAft>
              <a:buNone/>
            </a:pPr>
            <a:endParaRPr sz="2000" b="0" i="0" u="none">
              <a:solidFill>
                <a:schemeClr val="dk1"/>
              </a:solidFill>
              <a:latin typeface="Times New Roman"/>
              <a:ea typeface="Times New Roman"/>
              <a:cs typeface="Times New Roman"/>
              <a:sym typeface="Times New Roman"/>
            </a:endParaRPr>
          </a:p>
        </p:txBody>
      </p:sp>
      <p:graphicFrame>
        <p:nvGraphicFramePr>
          <p:cNvPr id="1041" name="Google Shape;1041;g2a4cc99e909_1_116"/>
          <p:cNvGraphicFramePr/>
          <p:nvPr/>
        </p:nvGraphicFramePr>
        <p:xfrm>
          <a:off x="1727200" y="3810000"/>
          <a:ext cx="3000000" cy="3000000"/>
        </p:xfrm>
        <a:graphic>
          <a:graphicData uri="http://schemas.openxmlformats.org/drawingml/2006/table">
            <a:tbl>
              <a:tblPr>
                <a:noFill/>
                <a:tableStyleId>{A62084FA-2C5B-40B7-A6BF-7A6510BCF7B6}</a:tableStyleId>
              </a:tblPr>
              <a:tblGrid>
                <a:gridCol w="1352525">
                  <a:extLst>
                    <a:ext uri="{9D8B030D-6E8A-4147-A177-3AD203B41FA5}">
                      <a16:colId xmlns:a16="http://schemas.microsoft.com/office/drawing/2014/main" val="20000"/>
                    </a:ext>
                  </a:extLst>
                </a:gridCol>
                <a:gridCol w="1352525">
                  <a:extLst>
                    <a:ext uri="{9D8B030D-6E8A-4147-A177-3AD203B41FA5}">
                      <a16:colId xmlns:a16="http://schemas.microsoft.com/office/drawing/2014/main" val="20001"/>
                    </a:ext>
                  </a:extLst>
                </a:gridCol>
                <a:gridCol w="1593825">
                  <a:extLst>
                    <a:ext uri="{9D8B030D-6E8A-4147-A177-3AD203B41FA5}">
                      <a16:colId xmlns:a16="http://schemas.microsoft.com/office/drawing/2014/main" val="20002"/>
                    </a:ext>
                  </a:extLst>
                </a:gridCol>
                <a:gridCol w="2038325">
                  <a:extLst>
                    <a:ext uri="{9D8B030D-6E8A-4147-A177-3AD203B41FA5}">
                      <a16:colId xmlns:a16="http://schemas.microsoft.com/office/drawing/2014/main" val="20003"/>
                    </a:ext>
                  </a:extLst>
                </a:gridCol>
                <a:gridCol w="2247900">
                  <a:extLst>
                    <a:ext uri="{9D8B030D-6E8A-4147-A177-3AD203B41FA5}">
                      <a16:colId xmlns:a16="http://schemas.microsoft.com/office/drawing/2014/main" val="20004"/>
                    </a:ext>
                  </a:extLst>
                </a:gridCol>
              </a:tblGrid>
              <a:tr h="496875">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(x</a:t>
                      </a:r>
                      <a:r>
                        <a:rPr lang="en-US" sz="1600" b="1" i="0" u="none" strike="noStrike" cap="none" baseline="-25000">
                          <a:solidFill>
                            <a:srgbClr val="000000"/>
                          </a:solidFill>
                          <a:latin typeface="Times New Roman"/>
                          <a:ea typeface="Times New Roman"/>
                          <a:cs typeface="Times New Roman"/>
                          <a:sym typeface="Times New Roman"/>
                        </a:rPr>
                        <a:t>1</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2</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3</a:t>
                      </a:r>
                      <a:r>
                        <a:rPr lang="en-US" sz="1600" b="1" i="0" u="none" strike="noStrike" cap="none">
                          <a:solidFill>
                            <a:srgbClr val="000000"/>
                          </a:solidFill>
                          <a:latin typeface="Times New Roman"/>
                          <a:ea typeface="Times New Roman"/>
                          <a:cs typeface="Times New Roman"/>
                          <a:sym typeface="Times New Roman"/>
                        </a:rPr>
                        <a:t>)</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Profit Order</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Weight Order</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xiwi &lt;=20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xipi</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36550">
                <a:tc>
                  <a:txBody>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(1, 2/15, 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(p1,p2,p3) (25,24,15)</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(w1,w2,w3)   (18, 15, 10 )</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18 x 1+(2/15) x 15 = 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25 x 1+ (2/15) x 24 = 28.2</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042" name="Google Shape;1042;g2a4cc99e909_1_116"/>
          <p:cNvSpPr txBox="1"/>
          <p:nvPr/>
        </p:nvSpPr>
        <p:spPr>
          <a:xfrm>
            <a:off x="609600" y="4876800"/>
            <a:ext cx="41760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(2) Greedy about weight: - </a:t>
            </a:r>
            <a:endParaRPr/>
          </a:p>
        </p:txBody>
      </p:sp>
      <p:graphicFrame>
        <p:nvGraphicFramePr>
          <p:cNvPr id="1043" name="Google Shape;1043;g2a4cc99e909_1_116"/>
          <p:cNvGraphicFramePr/>
          <p:nvPr/>
        </p:nvGraphicFramePr>
        <p:xfrm>
          <a:off x="1727200" y="5334000"/>
          <a:ext cx="3000000" cy="3000000"/>
        </p:xfrm>
        <a:graphic>
          <a:graphicData uri="http://schemas.openxmlformats.org/drawingml/2006/table">
            <a:tbl>
              <a:tblPr>
                <a:noFill/>
                <a:tableStyleId>{A62084FA-2C5B-40B7-A6BF-7A6510BCF7B6}</a:tableStyleId>
              </a:tblPr>
              <a:tblGrid>
                <a:gridCol w="1352525">
                  <a:extLst>
                    <a:ext uri="{9D8B030D-6E8A-4147-A177-3AD203B41FA5}">
                      <a16:colId xmlns:a16="http://schemas.microsoft.com/office/drawing/2014/main" val="20000"/>
                    </a:ext>
                  </a:extLst>
                </a:gridCol>
                <a:gridCol w="1352525">
                  <a:extLst>
                    <a:ext uri="{9D8B030D-6E8A-4147-A177-3AD203B41FA5}">
                      <a16:colId xmlns:a16="http://schemas.microsoft.com/office/drawing/2014/main" val="20001"/>
                    </a:ext>
                  </a:extLst>
                </a:gridCol>
                <a:gridCol w="1593825">
                  <a:extLst>
                    <a:ext uri="{9D8B030D-6E8A-4147-A177-3AD203B41FA5}">
                      <a16:colId xmlns:a16="http://schemas.microsoft.com/office/drawing/2014/main" val="20002"/>
                    </a:ext>
                  </a:extLst>
                </a:gridCol>
                <a:gridCol w="2038325">
                  <a:extLst>
                    <a:ext uri="{9D8B030D-6E8A-4147-A177-3AD203B41FA5}">
                      <a16:colId xmlns:a16="http://schemas.microsoft.com/office/drawing/2014/main" val="20003"/>
                    </a:ext>
                  </a:extLst>
                </a:gridCol>
                <a:gridCol w="2247900">
                  <a:extLst>
                    <a:ext uri="{9D8B030D-6E8A-4147-A177-3AD203B41FA5}">
                      <a16:colId xmlns:a16="http://schemas.microsoft.com/office/drawing/2014/main" val="20004"/>
                    </a:ext>
                  </a:extLst>
                </a:gridCol>
              </a:tblGrid>
              <a:tr h="708025">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(x</a:t>
                      </a:r>
                      <a:r>
                        <a:rPr lang="en-US" sz="1600" b="1" i="0" u="none" strike="noStrike" cap="none" baseline="-25000">
                          <a:solidFill>
                            <a:srgbClr val="000000"/>
                          </a:solidFill>
                          <a:latin typeface="Times New Roman"/>
                          <a:ea typeface="Times New Roman"/>
                          <a:cs typeface="Times New Roman"/>
                          <a:sym typeface="Times New Roman"/>
                        </a:rPr>
                        <a:t>1</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2</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3</a:t>
                      </a:r>
                      <a:r>
                        <a:rPr lang="en-US" sz="1600" b="1" i="0" u="none" strike="noStrike" cap="none">
                          <a:solidFill>
                            <a:srgbClr val="000000"/>
                          </a:solidFill>
                          <a:latin typeface="Times New Roman"/>
                          <a:ea typeface="Times New Roman"/>
                          <a:cs typeface="Times New Roman"/>
                          <a:sym typeface="Times New Roman"/>
                        </a:rPr>
                        <a:t>)</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Profit Order</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Weight Order</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xiwi &lt;=20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xipi</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3075">
                <a:tc>
                  <a:txBody>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(0, 2/3, 1)</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(p3,p2,p1)</a:t>
                      </a:r>
                      <a:endParaRPr/>
                    </a:p>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(15, 24,25)</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Times New Roman"/>
                        <a:buNone/>
                      </a:pPr>
                      <a:r>
                        <a:rPr lang="en-US" sz="1400" b="0" i="0" u="none" strike="noStrike" cap="none">
                          <a:solidFill>
                            <a:srgbClr val="000000"/>
                          </a:solidFill>
                          <a:latin typeface="Times New Roman"/>
                          <a:ea typeface="Times New Roman"/>
                          <a:cs typeface="Times New Roman"/>
                          <a:sym typeface="Times New Roman"/>
                        </a:rPr>
                        <a:t>(w3,w2,w1) (10,15,18 )</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18 x 0+(2/3) x 15+10 = 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25 x0+ (2/3) x 24 +25= 31</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044" name="Google Shape;1044;g2a4cc99e909_1_116"/>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Knapsack Problem : Example</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a4cc99e909_1_126"/>
          <p:cNvSpPr txBox="1">
            <a:spLocks noGrp="1"/>
          </p:cNvSpPr>
          <p:nvPr>
            <p:ph type="body" idx="1"/>
          </p:nvPr>
        </p:nvSpPr>
        <p:spPr>
          <a:xfrm>
            <a:off x="508000" y="1371600"/>
            <a:ext cx="10972800" cy="41148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80000"/>
              </a:lnSpc>
              <a:spcBef>
                <a:spcPts val="0"/>
              </a:spcBef>
              <a:spcAft>
                <a:spcPts val="0"/>
              </a:spcAft>
              <a:buClr>
                <a:schemeClr val="folHlink"/>
              </a:buClr>
              <a:buSzPts val="960"/>
              <a:buFont typeface="Noto Sans Symbols"/>
              <a:buNone/>
            </a:pPr>
            <a:endParaRPr sz="1600" b="1"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20"/>
              </a:spcBef>
              <a:spcAft>
                <a:spcPts val="0"/>
              </a:spcAft>
              <a:buClr>
                <a:schemeClr val="folHlink"/>
              </a:buClr>
              <a:buSzPts val="960"/>
              <a:buFont typeface="Noto Sans Symbols"/>
              <a:buNone/>
            </a:pPr>
            <a:r>
              <a:rPr lang="en-US" sz="1600" b="1" i="0" u="none">
                <a:solidFill>
                  <a:schemeClr val="dk1"/>
                </a:solidFill>
                <a:latin typeface="Times New Roman"/>
                <a:ea typeface="Times New Roman"/>
                <a:cs typeface="Times New Roman"/>
                <a:sym typeface="Times New Roman"/>
              </a:rPr>
              <a:t>(3) Greedy about profit / unit weight:</a:t>
            </a:r>
            <a:r>
              <a:rPr lang="en-US" sz="16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20"/>
              </a:spcBef>
              <a:spcAft>
                <a:spcPts val="0"/>
              </a:spcAft>
              <a:buClr>
                <a:schemeClr val="folHlink"/>
              </a:buClr>
              <a:buSzPts val="960"/>
              <a:buFont typeface="Noto Sans Symbols"/>
              <a:buNone/>
            </a:pPr>
            <a:endParaRPr sz="16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20"/>
              </a:spcBef>
              <a:spcAft>
                <a:spcPts val="0"/>
              </a:spcAft>
              <a:buClr>
                <a:schemeClr val="folHlink"/>
              </a:buClr>
              <a:buSzPts val="960"/>
              <a:buFont typeface="Noto Sans Symbols"/>
              <a:buNone/>
            </a:pPr>
            <a:endParaRPr sz="16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20"/>
              </a:spcBef>
              <a:spcAft>
                <a:spcPts val="0"/>
              </a:spcAft>
              <a:buClr>
                <a:schemeClr val="folHlink"/>
              </a:buClr>
              <a:buSzPts val="960"/>
              <a:buFont typeface="Noto Sans Symbols"/>
              <a:buNone/>
            </a:pPr>
            <a:endParaRPr sz="16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20"/>
              </a:spcBef>
              <a:spcAft>
                <a:spcPts val="0"/>
              </a:spcAft>
              <a:buClr>
                <a:schemeClr val="folHlink"/>
              </a:buClr>
              <a:buSzPts val="960"/>
              <a:buFont typeface="Noto Sans Symbols"/>
              <a:buNone/>
            </a:pPr>
            <a:endParaRPr sz="16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20"/>
              </a:spcBef>
              <a:spcAft>
                <a:spcPts val="0"/>
              </a:spcAft>
              <a:buClr>
                <a:schemeClr val="folHlink"/>
              </a:buClr>
              <a:buSzPts val="960"/>
              <a:buFont typeface="Noto Sans Symbols"/>
              <a:buNone/>
            </a:pPr>
            <a:endParaRPr sz="16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20"/>
              </a:spcBef>
              <a:spcAft>
                <a:spcPts val="0"/>
              </a:spcAft>
              <a:buClr>
                <a:schemeClr val="folHlink"/>
              </a:buClr>
              <a:buSzPts val="960"/>
              <a:buFont typeface="Noto Sans Symbols"/>
              <a:buNone/>
            </a:pPr>
            <a:r>
              <a:rPr lang="en-US" sz="16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20"/>
              </a:spcBef>
              <a:spcAft>
                <a:spcPts val="0"/>
              </a:spcAft>
              <a:buClr>
                <a:schemeClr val="folHlink"/>
              </a:buClr>
              <a:buSzPts val="960"/>
              <a:buFont typeface="Noto Sans Symbols"/>
              <a:buNone/>
            </a:pPr>
            <a:r>
              <a:rPr lang="en-US" sz="1600" b="0" i="0" u="none">
                <a:solidFill>
                  <a:schemeClr val="dk1"/>
                </a:solidFill>
                <a:latin typeface="Times New Roman"/>
                <a:ea typeface="Times New Roman"/>
                <a:cs typeface="Times New Roman"/>
                <a:sym typeface="Times New Roman"/>
              </a:rPr>
              <a:t> </a:t>
            </a:r>
            <a:r>
              <a:rPr lang="en-US" sz="1600" b="1" i="0" u="none">
                <a:solidFill>
                  <a:schemeClr val="dk1"/>
                </a:solidFill>
                <a:latin typeface="Times New Roman"/>
                <a:ea typeface="Times New Roman"/>
                <a:cs typeface="Times New Roman"/>
                <a:sym typeface="Times New Roman"/>
              </a:rPr>
              <a:t>(4) </a:t>
            </a:r>
            <a:r>
              <a:rPr lang="en-US" sz="1600" b="0" i="0" u="none">
                <a:solidFill>
                  <a:schemeClr val="dk1"/>
                </a:solidFill>
                <a:latin typeface="Times New Roman"/>
                <a:ea typeface="Times New Roman"/>
                <a:cs typeface="Times New Roman"/>
                <a:sym typeface="Times New Roman"/>
              </a:rPr>
              <a:t>If an additional constraint of including each and every object is placed then the greedy strategy could be</a:t>
            </a:r>
            <a:r>
              <a:rPr lang="en-US" sz="1600" b="1"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20"/>
              </a:spcBef>
              <a:spcAft>
                <a:spcPts val="0"/>
              </a:spcAft>
              <a:buClr>
                <a:schemeClr val="folHlink"/>
              </a:buClr>
              <a:buSzPts val="960"/>
              <a:buFont typeface="Noto Sans Symbols"/>
              <a:buNone/>
            </a:pPr>
            <a:endParaRPr sz="1600" b="1"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360"/>
              </a:spcBef>
              <a:spcAft>
                <a:spcPts val="0"/>
              </a:spcAft>
              <a:buClr>
                <a:schemeClr val="folHlink"/>
              </a:buClr>
              <a:buSzPts val="960"/>
              <a:buFont typeface="Noto Sans Symbols"/>
              <a:buNone/>
            </a:pPr>
            <a:r>
              <a:rPr lang="en-US" sz="1600" b="1" i="0" u="none">
                <a:solidFill>
                  <a:schemeClr val="dk1"/>
                </a:solidFill>
                <a:latin typeface="Times New Roman"/>
                <a:ea typeface="Times New Roman"/>
                <a:cs typeface="Times New Roman"/>
                <a:sym typeface="Times New Roman"/>
              </a:rPr>
              <a:t> (½, ⅓, ¼ )		</a:t>
            </a:r>
            <a:r>
              <a:rPr lang="en-US" sz="1800" b="1" i="0" u="none">
                <a:solidFill>
                  <a:srgbClr val="000000"/>
                </a:solidFill>
                <a:latin typeface="Times New Roman"/>
                <a:ea typeface="Times New Roman"/>
                <a:cs typeface="Times New Roman"/>
                <a:sym typeface="Times New Roman"/>
              </a:rPr>
              <a:t> ∑ xiwi = </a:t>
            </a:r>
            <a:r>
              <a:rPr lang="en-US" sz="1600" b="0" i="0" u="none">
                <a:solidFill>
                  <a:schemeClr val="dk1"/>
                </a:solidFill>
                <a:latin typeface="Times New Roman"/>
                <a:ea typeface="Times New Roman"/>
                <a:cs typeface="Times New Roman"/>
                <a:sym typeface="Times New Roman"/>
              </a:rPr>
              <a:t>½ x 18+⅓ x15+ ¼ x10 = 16. 5</a:t>
            </a:r>
            <a:endParaRPr/>
          </a:p>
          <a:p>
            <a:pPr marL="342900" marR="0" lvl="0" indent="-342900" algn="l" rtl="0">
              <a:lnSpc>
                <a:spcPct val="80000"/>
              </a:lnSpc>
              <a:spcBef>
                <a:spcPts val="360"/>
              </a:spcBef>
              <a:spcAft>
                <a:spcPts val="0"/>
              </a:spcAft>
              <a:buClr>
                <a:schemeClr val="folHlink"/>
              </a:buClr>
              <a:buSzPts val="960"/>
              <a:buFont typeface="Noto Sans Symbols"/>
              <a:buNone/>
            </a:pPr>
            <a:r>
              <a:rPr lang="en-US" sz="1600" b="0" i="0" u="none">
                <a:solidFill>
                  <a:schemeClr val="dk1"/>
                </a:solidFill>
                <a:latin typeface="Times New Roman"/>
                <a:ea typeface="Times New Roman"/>
                <a:cs typeface="Times New Roman"/>
                <a:sym typeface="Times New Roman"/>
              </a:rPr>
              <a:t>		</a:t>
            </a:r>
            <a:r>
              <a:rPr lang="en-US" sz="1800" b="1" i="0" u="none">
                <a:solidFill>
                  <a:srgbClr val="000000"/>
                </a:solidFill>
                <a:latin typeface="Times New Roman"/>
                <a:ea typeface="Times New Roman"/>
                <a:cs typeface="Times New Roman"/>
                <a:sym typeface="Times New Roman"/>
              </a:rPr>
              <a:t> ∑ xipi =</a:t>
            </a:r>
            <a:r>
              <a:rPr lang="en-US" sz="1600" b="0" i="0" u="none">
                <a:solidFill>
                  <a:schemeClr val="dk1"/>
                </a:solidFill>
                <a:latin typeface="Times New Roman"/>
                <a:ea typeface="Times New Roman"/>
                <a:cs typeface="Times New Roman"/>
                <a:sym typeface="Times New Roman"/>
              </a:rPr>
              <a:t>½ x 25+⅓ x24+ ¼ x15 = 12.5+8+3.75 = 24.25</a:t>
            </a:r>
            <a:r>
              <a:rPr lang="en-US" sz="1600" b="1" i="0" u="none">
                <a:solidFill>
                  <a:schemeClr val="dk1"/>
                </a:solidFill>
                <a:latin typeface="Times New Roman"/>
                <a:ea typeface="Times New Roman"/>
                <a:cs typeface="Times New Roman"/>
                <a:sym typeface="Times New Roman"/>
              </a:rPr>
              <a:t> </a:t>
            </a:r>
            <a:endParaRPr sz="16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180"/>
              </a:spcBef>
              <a:spcAft>
                <a:spcPts val="0"/>
              </a:spcAft>
              <a:buClr>
                <a:schemeClr val="folHlink"/>
              </a:buClr>
              <a:buSzPts val="540"/>
              <a:buFont typeface="Noto Sans Symbols"/>
              <a:buNone/>
            </a:pPr>
            <a:r>
              <a:rPr lang="en-US" sz="900" b="1" i="0" u="none">
                <a:solidFill>
                  <a:schemeClr val="dk1"/>
                </a:solidFill>
                <a:latin typeface="Times New Roman"/>
                <a:ea typeface="Times New Roman"/>
                <a:cs typeface="Times New Roman"/>
                <a:sym typeface="Times New Roman"/>
              </a:rPr>
              <a:t> </a:t>
            </a:r>
            <a:endParaRPr sz="9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180"/>
              </a:spcBef>
              <a:spcAft>
                <a:spcPts val="0"/>
              </a:spcAft>
              <a:buClr>
                <a:schemeClr val="folHlink"/>
              </a:buClr>
              <a:buSzPts val="540"/>
              <a:buFont typeface="Noto Sans Symbols"/>
              <a:buNone/>
            </a:pPr>
            <a:r>
              <a:rPr lang="en-US" sz="900" b="1" i="0" u="none">
                <a:solidFill>
                  <a:schemeClr val="dk1"/>
                </a:solidFill>
                <a:latin typeface="Times New Roman"/>
                <a:ea typeface="Times New Roman"/>
                <a:cs typeface="Times New Roman"/>
                <a:sym typeface="Times New Roman"/>
              </a:rPr>
              <a:t> </a:t>
            </a:r>
            <a:endParaRPr sz="900" b="0" i="0" u="none">
              <a:solidFill>
                <a:schemeClr val="dk1"/>
              </a:solidFill>
              <a:latin typeface="Times New Roman"/>
              <a:ea typeface="Times New Roman"/>
              <a:cs typeface="Times New Roman"/>
              <a:sym typeface="Times New Roman"/>
            </a:endParaRPr>
          </a:p>
          <a:p>
            <a:pPr marL="342900" marR="0" lvl="0" indent="-342900" algn="l" rtl="0">
              <a:lnSpc>
                <a:spcPct val="80000"/>
              </a:lnSpc>
              <a:spcBef>
                <a:spcPts val="180"/>
              </a:spcBef>
              <a:spcAft>
                <a:spcPts val="0"/>
              </a:spcAft>
              <a:buClr>
                <a:schemeClr val="folHlink"/>
              </a:buClr>
              <a:buSzPts val="540"/>
              <a:buFont typeface="Noto Sans Symbols"/>
              <a:buNone/>
            </a:pPr>
            <a:r>
              <a:rPr lang="en-US" sz="900" b="1" i="0" u="none">
                <a:solidFill>
                  <a:schemeClr val="dk1"/>
                </a:solidFill>
                <a:latin typeface="Times New Roman"/>
                <a:ea typeface="Times New Roman"/>
                <a:cs typeface="Times New Roman"/>
                <a:sym typeface="Times New Roman"/>
              </a:rPr>
              <a:t> </a:t>
            </a:r>
            <a:endParaRPr sz="900" b="0" i="0" u="none">
              <a:solidFill>
                <a:schemeClr val="dk1"/>
              </a:solidFill>
              <a:latin typeface="Times New Roman"/>
              <a:ea typeface="Times New Roman"/>
              <a:cs typeface="Times New Roman"/>
              <a:sym typeface="Times New Roman"/>
            </a:endParaRPr>
          </a:p>
          <a:p>
            <a:pPr marL="342900" marR="0" lvl="0" indent="-308610" algn="l" rtl="0">
              <a:spcBef>
                <a:spcPts val="180"/>
              </a:spcBef>
              <a:spcAft>
                <a:spcPts val="0"/>
              </a:spcAft>
              <a:buClr>
                <a:schemeClr val="folHlink"/>
              </a:buClr>
              <a:buSzPts val="540"/>
              <a:buFont typeface="Noto Sans Symbols"/>
              <a:buNone/>
            </a:pPr>
            <a:endParaRPr sz="900" b="0" i="0" u="none">
              <a:solidFill>
                <a:schemeClr val="dk1"/>
              </a:solidFill>
              <a:latin typeface="Times New Roman"/>
              <a:ea typeface="Times New Roman"/>
              <a:cs typeface="Times New Roman"/>
              <a:sym typeface="Times New Roman"/>
            </a:endParaRPr>
          </a:p>
        </p:txBody>
      </p:sp>
      <p:graphicFrame>
        <p:nvGraphicFramePr>
          <p:cNvPr id="1050" name="Google Shape;1050;g2a4cc99e909_1_126"/>
          <p:cNvGraphicFramePr/>
          <p:nvPr/>
        </p:nvGraphicFramePr>
        <p:xfrm>
          <a:off x="1117600" y="2057400"/>
          <a:ext cx="3000000" cy="3000000"/>
        </p:xfrm>
        <a:graphic>
          <a:graphicData uri="http://schemas.openxmlformats.org/drawingml/2006/table">
            <a:tbl>
              <a:tblPr>
                <a:noFill/>
                <a:tableStyleId>{A62084FA-2C5B-40B7-A6BF-7A6510BCF7B6}</a:tableStyleId>
              </a:tblPr>
              <a:tblGrid>
                <a:gridCol w="1424500">
                  <a:extLst>
                    <a:ext uri="{9D8B030D-6E8A-4147-A177-3AD203B41FA5}">
                      <a16:colId xmlns:a16="http://schemas.microsoft.com/office/drawing/2014/main" val="20000"/>
                    </a:ext>
                  </a:extLst>
                </a:gridCol>
                <a:gridCol w="2146300">
                  <a:extLst>
                    <a:ext uri="{9D8B030D-6E8A-4147-A177-3AD203B41FA5}">
                      <a16:colId xmlns:a16="http://schemas.microsoft.com/office/drawing/2014/main" val="20001"/>
                    </a:ext>
                  </a:extLst>
                </a:gridCol>
                <a:gridCol w="2368525">
                  <a:extLst>
                    <a:ext uri="{9D8B030D-6E8A-4147-A177-3AD203B41FA5}">
                      <a16:colId xmlns:a16="http://schemas.microsoft.com/office/drawing/2014/main" val="20002"/>
                    </a:ext>
                  </a:extLst>
                </a:gridCol>
              </a:tblGrid>
              <a:tr h="434975">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(x</a:t>
                      </a:r>
                      <a:r>
                        <a:rPr lang="en-US" sz="1600" b="1" i="0" u="none" strike="noStrike" cap="none" baseline="-25000">
                          <a:solidFill>
                            <a:srgbClr val="000000"/>
                          </a:solidFill>
                          <a:latin typeface="Times New Roman"/>
                          <a:ea typeface="Times New Roman"/>
                          <a:cs typeface="Times New Roman"/>
                          <a:sym typeface="Times New Roman"/>
                        </a:rPr>
                        <a:t>1</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2</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3</a:t>
                      </a:r>
                      <a:r>
                        <a:rPr lang="en-US" sz="1600" b="1" i="0" u="none" strike="noStrike" cap="none">
                          <a:solidFill>
                            <a:srgbClr val="000000"/>
                          </a:solidFill>
                          <a:latin typeface="Times New Roman"/>
                          <a:ea typeface="Times New Roman"/>
                          <a:cs typeface="Times New Roman"/>
                          <a:sym typeface="Times New Roman"/>
                        </a:rPr>
                        <a:t>)</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xiwi &lt;=20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xipi</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03225">
                <a:tc>
                  <a:txBody>
                    <a:bodyPr/>
                    <a:lstStyle/>
                    <a:p>
                      <a:pPr marL="0" marR="0" lvl="0" indent="0" algn="ctr" rtl="0">
                        <a:lnSpc>
                          <a:spcPct val="100000"/>
                        </a:lnSpc>
                        <a:spcBef>
                          <a:spcPts val="0"/>
                        </a:spcBef>
                        <a:spcAft>
                          <a:spcPts val="0"/>
                        </a:spcAft>
                        <a:buClr>
                          <a:schemeClr val="dk1"/>
                        </a:buClr>
                        <a:buSzPts val="1400"/>
                        <a:buFont typeface="Times New Roman"/>
                        <a:buNone/>
                      </a:pPr>
                      <a:r>
                        <a:rPr lang="en-US" sz="1400" b="0" i="0" u="none" strike="noStrike" cap="none">
                          <a:solidFill>
                            <a:schemeClr val="dk1"/>
                          </a:solidFill>
                          <a:latin typeface="Times New Roman"/>
                          <a:ea typeface="Times New Roman"/>
                          <a:cs typeface="Times New Roman"/>
                          <a:sym typeface="Times New Roman"/>
                        </a:rPr>
                        <a:t>(0, 1, ½ )</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18 x 0+1 x 15+(1/2)x10 = 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25 x 0+ 1 x 24+(1/2)x15 = 31.5</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051" name="Google Shape;1051;g2a4cc99e909_1_126"/>
          <p:cNvGraphicFramePr/>
          <p:nvPr/>
        </p:nvGraphicFramePr>
        <p:xfrm>
          <a:off x="1422400" y="4953000"/>
          <a:ext cx="3000000" cy="3000000"/>
        </p:xfrm>
        <a:graphic>
          <a:graphicData uri="http://schemas.openxmlformats.org/drawingml/2006/table">
            <a:tbl>
              <a:tblPr>
                <a:noFill/>
                <a:tableStyleId>{A62084FA-2C5B-40B7-A6BF-7A6510BCF7B6}</a:tableStyleId>
              </a:tblPr>
              <a:tblGrid>
                <a:gridCol w="1424500">
                  <a:extLst>
                    <a:ext uri="{9D8B030D-6E8A-4147-A177-3AD203B41FA5}">
                      <a16:colId xmlns:a16="http://schemas.microsoft.com/office/drawing/2014/main" val="20000"/>
                    </a:ext>
                  </a:extLst>
                </a:gridCol>
                <a:gridCol w="2146300">
                  <a:extLst>
                    <a:ext uri="{9D8B030D-6E8A-4147-A177-3AD203B41FA5}">
                      <a16:colId xmlns:a16="http://schemas.microsoft.com/office/drawing/2014/main" val="20001"/>
                    </a:ext>
                  </a:extLst>
                </a:gridCol>
                <a:gridCol w="2368525">
                  <a:extLst>
                    <a:ext uri="{9D8B030D-6E8A-4147-A177-3AD203B41FA5}">
                      <a16:colId xmlns:a16="http://schemas.microsoft.com/office/drawing/2014/main" val="20002"/>
                    </a:ext>
                  </a:extLst>
                </a:gridCol>
              </a:tblGrid>
              <a:tr h="434975">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(x</a:t>
                      </a:r>
                      <a:r>
                        <a:rPr lang="en-US" sz="1600" b="1" i="0" u="none" strike="noStrike" cap="none" baseline="-25000">
                          <a:solidFill>
                            <a:srgbClr val="000000"/>
                          </a:solidFill>
                          <a:latin typeface="Times New Roman"/>
                          <a:ea typeface="Times New Roman"/>
                          <a:cs typeface="Times New Roman"/>
                          <a:sym typeface="Times New Roman"/>
                        </a:rPr>
                        <a:t>1</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2</a:t>
                      </a:r>
                      <a:r>
                        <a:rPr lang="en-US" sz="1600" b="1" i="0" u="none" strike="noStrike" cap="none">
                          <a:solidFill>
                            <a:srgbClr val="000000"/>
                          </a:solidFill>
                          <a:latin typeface="Times New Roman"/>
                          <a:ea typeface="Times New Roman"/>
                          <a:cs typeface="Times New Roman"/>
                          <a:sym typeface="Times New Roman"/>
                        </a:rPr>
                        <a:t>, x</a:t>
                      </a:r>
                      <a:r>
                        <a:rPr lang="en-US" sz="1600" b="1" i="0" u="none" strike="noStrike" cap="none" baseline="-25000">
                          <a:solidFill>
                            <a:srgbClr val="000000"/>
                          </a:solidFill>
                          <a:latin typeface="Times New Roman"/>
                          <a:ea typeface="Times New Roman"/>
                          <a:cs typeface="Times New Roman"/>
                          <a:sym typeface="Times New Roman"/>
                        </a:rPr>
                        <a:t>3</a:t>
                      </a:r>
                      <a:r>
                        <a:rPr lang="en-US" sz="1600" b="1" i="0" u="none" strike="noStrike" cap="none">
                          <a:solidFill>
                            <a:srgbClr val="000000"/>
                          </a:solidFill>
                          <a:latin typeface="Times New Roman"/>
                          <a:ea typeface="Times New Roman"/>
                          <a:cs typeface="Times New Roman"/>
                          <a:sym typeface="Times New Roman"/>
                        </a:rPr>
                        <a:t>)</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xiwi &lt;=20</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Times New Roman"/>
                        <a:buNone/>
                      </a:pPr>
                      <a:r>
                        <a:rPr lang="en-US" sz="1600" b="1" i="0" u="none" strike="noStrike" cap="none">
                          <a:solidFill>
                            <a:srgbClr val="000000"/>
                          </a:solidFill>
                          <a:latin typeface="Times New Roman"/>
                          <a:ea typeface="Times New Roman"/>
                          <a:cs typeface="Times New Roman"/>
                          <a:sym typeface="Times New Roman"/>
                        </a:rPr>
                        <a:t>∑ xipi</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03225">
                <a:tc>
                  <a:txBody>
                    <a:bodyPr/>
                    <a:lstStyle/>
                    <a:p>
                      <a:pPr marL="0" marR="0" lvl="0" indent="0" algn="ctr" rtl="0">
                        <a:lnSpc>
                          <a:spcPct val="100000"/>
                        </a:lnSpc>
                        <a:spcBef>
                          <a:spcPts val="0"/>
                        </a:spcBef>
                        <a:spcAft>
                          <a:spcPts val="0"/>
                        </a:spcAft>
                        <a:buClr>
                          <a:schemeClr val="dk1"/>
                        </a:buClr>
                        <a:buSzPts val="1400"/>
                        <a:buFont typeface="Times New Roman"/>
                        <a:buNone/>
                      </a:pPr>
                      <a:r>
                        <a:rPr lang="en-US" sz="1400" b="1" i="0" u="none" strike="noStrike" cap="none">
                          <a:solidFill>
                            <a:schemeClr val="dk1"/>
                          </a:solidFill>
                          <a:latin typeface="Times New Roman"/>
                          <a:ea typeface="Times New Roman"/>
                          <a:cs typeface="Times New Roman"/>
                          <a:sym typeface="Times New Roman"/>
                        </a:rPr>
                        <a:t> (½, ⅓, ¼ )	</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16.5</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24.25</a:t>
                      </a:r>
                      <a:endParaRPr/>
                    </a:p>
                  </a:txBody>
                  <a:tcPr marL="9325" marR="9325" marT="93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052" name="Google Shape;1052;g2a4cc99e909_1_126"/>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a4cc99e909_1_133"/>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Algorithm : Greedy Knapsack</a:t>
            </a:r>
            <a:endParaRPr/>
          </a:p>
        </p:txBody>
      </p:sp>
      <p:sp>
        <p:nvSpPr>
          <p:cNvPr id="1058" name="Google Shape;1058;g2a4cc99e909_1_133"/>
          <p:cNvSpPr txBox="1">
            <a:spLocks noGrp="1"/>
          </p:cNvSpPr>
          <p:nvPr>
            <p:ph type="body" idx="1"/>
          </p:nvPr>
        </p:nvSpPr>
        <p:spPr>
          <a:xfrm>
            <a:off x="1463040" y="1845734"/>
            <a:ext cx="13411200" cy="4023300"/>
          </a:xfrm>
          <a:prstGeom prst="rect">
            <a:avLst/>
          </a:prstGeom>
          <a:noFill/>
          <a:ln>
            <a:noFill/>
          </a:ln>
        </p:spPr>
        <p:txBody>
          <a:bodyPr spcFirstLastPara="1" wrap="square" lIns="91425" tIns="45700" rIns="91425" bIns="45700" anchor="t" anchorCtr="0">
            <a:normAutofit lnSpcReduction="20000"/>
          </a:bodyPr>
          <a:lstStyle/>
          <a:p>
            <a:pPr marL="342900" marR="0" lvl="0" indent="-342900" algn="l" rtl="0">
              <a:lnSpc>
                <a:spcPct val="80000"/>
              </a:lnSpc>
              <a:spcBef>
                <a:spcPts val="0"/>
              </a:spcBef>
              <a:spcAft>
                <a:spcPts val="0"/>
              </a:spcAft>
              <a:buClr>
                <a:schemeClr val="folHlink"/>
              </a:buClr>
              <a:buSzPts val="1080"/>
              <a:buFont typeface="Noto Sans Symbols"/>
              <a:buNone/>
            </a:pPr>
            <a:r>
              <a:rPr lang="en-US" sz="1800" b="1" i="0" u="none">
                <a:solidFill>
                  <a:schemeClr val="dk1"/>
                </a:solidFill>
                <a:latin typeface="Times New Roman"/>
                <a:ea typeface="Times New Roman"/>
                <a:cs typeface="Times New Roman"/>
                <a:sym typeface="Times New Roman"/>
              </a:rPr>
              <a:t>Algorithm Greedy knapsack (m, n)</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//p (1:n) and w(1:n) contain the profits and weights resp. of the n objects </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//ordered such that p(i)/W(i) ≥ p(i+1)/w (i+1). M is the knapsack size and x (1:n)</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is the solution vector</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a:t>
            </a:r>
            <a:endParaRPr/>
          </a:p>
          <a:p>
            <a:pPr marL="342900" marR="0" lvl="0" indent="-342900" algn="l" rtl="0">
              <a:lnSpc>
                <a:spcPct val="80000"/>
              </a:lnSpc>
              <a:spcBef>
                <a:spcPts val="40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for  i: = 1 to n do x(i) = 0.0i// initialize x                        </a:t>
            </a:r>
            <a:r>
              <a:rPr lang="en-US" sz="2000" b="0" i="0" u="none">
                <a:solidFill>
                  <a:schemeClr val="dk1"/>
                </a:solidFill>
                <a:latin typeface="Times New Roman"/>
                <a:ea typeface="Times New Roman"/>
                <a:cs typeface="Times New Roman"/>
                <a:sym typeface="Times New Roman"/>
              </a:rPr>
              <a:t>O(n)</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u : = m;</a:t>
            </a:r>
            <a:endParaRPr/>
          </a:p>
          <a:p>
            <a:pPr marL="342900" marR="0" lvl="0" indent="-342900" algn="l" rtl="0">
              <a:lnSpc>
                <a:spcPct val="80000"/>
              </a:lnSpc>
              <a:spcBef>
                <a:spcPts val="40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for  i: = 1 to n do                                                               </a:t>
            </a:r>
            <a:r>
              <a:rPr lang="en-US" sz="2000" b="0" i="0" u="none">
                <a:solidFill>
                  <a:schemeClr val="dk1"/>
                </a:solidFill>
                <a:latin typeface="Times New Roman"/>
                <a:ea typeface="Times New Roman"/>
                <a:cs typeface="Times New Roman"/>
                <a:sym typeface="Times New Roman"/>
              </a:rPr>
              <a:t>O(n)</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 	</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if (w(i) &gt; u) then break;</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x(i): = 1.0;</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u: = u-w(i);</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      if (i≤n) then x(i): = u/w(i);</a:t>
            </a:r>
            <a:endParaRPr/>
          </a:p>
          <a:p>
            <a:pPr marL="342900" marR="0" lvl="0" indent="-342900" algn="l" rtl="0">
              <a:lnSpc>
                <a:spcPct val="8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a:t>
            </a:r>
            <a:endParaRPr/>
          </a:p>
          <a:p>
            <a:pPr marL="342900" marR="0" lvl="0" indent="-342900" algn="l" rtl="0">
              <a:lnSpc>
                <a:spcPct val="80000"/>
              </a:lnSpc>
              <a:spcBef>
                <a:spcPts val="360"/>
              </a:spcBef>
              <a:spcAft>
                <a:spcPts val="0"/>
              </a:spcAft>
              <a:buClr>
                <a:schemeClr val="folHlink"/>
              </a:buClr>
              <a:buSzPts val="1080"/>
              <a:buFont typeface="Noto Sans Symbols"/>
              <a:buChar char="■"/>
            </a:pPr>
            <a:r>
              <a:rPr lang="en-US" sz="1800" b="1" i="0" u="none">
                <a:solidFill>
                  <a:schemeClr val="dk1"/>
                </a:solidFill>
                <a:latin typeface="Times New Roman"/>
                <a:ea typeface="Times New Roman"/>
                <a:cs typeface="Times New Roman"/>
                <a:sym typeface="Times New Roman"/>
              </a:rPr>
              <a:t>Analysis</a:t>
            </a:r>
            <a:r>
              <a:rPr lang="en-US" sz="1800" b="0" i="0" u="none">
                <a:solidFill>
                  <a:schemeClr val="dk1"/>
                </a:solidFill>
                <a:latin typeface="Times New Roman"/>
                <a:ea typeface="Times New Roman"/>
                <a:cs typeface="Times New Roman"/>
                <a:sym typeface="Times New Roman"/>
              </a:rPr>
              <a:t>: - If. we do not consider the time considered for sorting the inputs then the complexity will be </a:t>
            </a:r>
            <a:r>
              <a:rPr lang="en-US" sz="1800" b="1" i="0" u="none">
                <a:solidFill>
                  <a:schemeClr val="dk1"/>
                </a:solidFill>
                <a:latin typeface="Times New Roman"/>
                <a:ea typeface="Times New Roman"/>
                <a:cs typeface="Times New Roman"/>
                <a:sym typeface="Times New Roman"/>
              </a:rPr>
              <a:t>O(n).</a:t>
            </a:r>
            <a:endParaRPr/>
          </a:p>
          <a:p>
            <a:pPr marL="342900" marR="0" lvl="0" indent="-274320" algn="l" rtl="0">
              <a:spcBef>
                <a:spcPts val="360"/>
              </a:spcBef>
              <a:spcAft>
                <a:spcPts val="0"/>
              </a:spcAft>
              <a:buClr>
                <a:schemeClr val="folHlink"/>
              </a:buClr>
              <a:buSzPts val="1080"/>
              <a:buFont typeface="Noto Sans Symbols"/>
              <a:buNone/>
            </a:pPr>
            <a:endParaRPr sz="1800" b="1" i="0" u="none">
              <a:solidFill>
                <a:schemeClr val="dk1"/>
              </a:solidFill>
              <a:latin typeface="Times New Roman"/>
              <a:ea typeface="Times New Roman"/>
              <a:cs typeface="Times New Roman"/>
              <a:sym typeface="Times New Roman"/>
            </a:endParaRPr>
          </a:p>
        </p:txBody>
      </p:sp>
      <p:sp>
        <p:nvSpPr>
          <p:cNvPr id="1059" name="Google Shape;1059;g2a4cc99e909_1_133"/>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2a4cc99e909_1_139"/>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63</a:t>
            </a:fld>
            <a:endParaRPr/>
          </a:p>
        </p:txBody>
      </p:sp>
      <p:pic>
        <p:nvPicPr>
          <p:cNvPr id="1065" name="Google Shape;1065;g2a4cc99e909_1_139"/>
          <p:cNvPicPr preferRelativeResize="0">
            <a:picLocks noGrp="1"/>
          </p:cNvPicPr>
          <p:nvPr>
            <p:ph type="body" idx="1"/>
          </p:nvPr>
        </p:nvPicPr>
        <p:blipFill rotWithShape="1">
          <a:blip r:embed="rId3">
            <a:alphaModFix/>
          </a:blip>
          <a:srcRect/>
          <a:stretch/>
        </p:blipFill>
        <p:spPr>
          <a:xfrm>
            <a:off x="1625600" y="228600"/>
            <a:ext cx="9918900" cy="58674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g2a4cc99e909_1_144"/>
          <p:cNvSpPr txBox="1">
            <a:spLocks noGrp="1"/>
          </p:cNvSpPr>
          <p:nvPr>
            <p:ph type="title"/>
          </p:nvPr>
        </p:nvSpPr>
        <p:spPr>
          <a:xfrm>
            <a:off x="711200" y="0"/>
            <a:ext cx="10972800" cy="6096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rgbClr val="993300"/>
              </a:buClr>
              <a:buSzPct val="100000"/>
              <a:buFont typeface="Times New Roman"/>
              <a:buNone/>
            </a:pPr>
            <a:r>
              <a:rPr lang="en-US" sz="3600" b="0" i="0" u="none">
                <a:solidFill>
                  <a:srgbClr val="993300"/>
                </a:solidFill>
                <a:latin typeface="Times New Roman"/>
                <a:ea typeface="Times New Roman"/>
                <a:cs typeface="Times New Roman"/>
                <a:sym typeface="Times New Roman"/>
              </a:rPr>
              <a:t>Knapsack : More examples</a:t>
            </a:r>
            <a:endParaRPr/>
          </a:p>
        </p:txBody>
      </p:sp>
      <p:sp>
        <p:nvSpPr>
          <p:cNvPr id="1071" name="Google Shape;1071;g2a4cc99e909_1_144"/>
          <p:cNvSpPr txBox="1">
            <a:spLocks noGrp="1"/>
          </p:cNvSpPr>
          <p:nvPr>
            <p:ph type="body" idx="1"/>
          </p:nvPr>
        </p:nvSpPr>
        <p:spPr>
          <a:xfrm>
            <a:off x="711200" y="1143000"/>
            <a:ext cx="10972800" cy="4038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1) Greedy approach- consider the following instances of knapsack problem n=5, w=100, W (10, 20, 30, 40, 50) , V(20, 30, 66,  40, 60 ), find the optimal solution.</a:t>
            </a:r>
            <a:endParaRPr/>
          </a:p>
          <a:p>
            <a:pPr marL="342900" marR="0" lvl="0" indent="-342900" algn="l" rtl="0">
              <a:lnSpc>
                <a:spcPct val="100000"/>
              </a:lnSpc>
              <a:spcBef>
                <a:spcPts val="40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2) </a:t>
            </a:r>
            <a:endParaRPr/>
          </a:p>
        </p:txBody>
      </p:sp>
      <p:pic>
        <p:nvPicPr>
          <p:cNvPr id="1072" name="Google Shape;1072;g2a4cc99e909_1_144" descr="Untitled1.png"/>
          <p:cNvPicPr preferRelativeResize="0"/>
          <p:nvPr/>
        </p:nvPicPr>
        <p:blipFill rotWithShape="1">
          <a:blip r:embed="rId3">
            <a:alphaModFix/>
          </a:blip>
          <a:srcRect/>
          <a:stretch/>
        </p:blipFill>
        <p:spPr>
          <a:xfrm>
            <a:off x="3454400" y="2209800"/>
            <a:ext cx="6197601" cy="2058988"/>
          </a:xfrm>
          <a:prstGeom prst="rect">
            <a:avLst/>
          </a:prstGeom>
          <a:noFill/>
          <a:ln>
            <a:noFill/>
          </a:ln>
        </p:spPr>
      </p:pic>
      <p:graphicFrame>
        <p:nvGraphicFramePr>
          <p:cNvPr id="1073" name="Google Shape;1073;g2a4cc99e909_1_144"/>
          <p:cNvGraphicFramePr/>
          <p:nvPr/>
        </p:nvGraphicFramePr>
        <p:xfrm>
          <a:off x="2032000" y="5334000"/>
          <a:ext cx="3000000" cy="3000000"/>
        </p:xfrm>
        <a:graphic>
          <a:graphicData uri="http://schemas.openxmlformats.org/drawingml/2006/table">
            <a:tbl>
              <a:tblPr>
                <a:noFill/>
                <a:tableStyleId>{A62084FA-2C5B-40B7-A6BF-7A6510BCF7B6}</a:tableStyleId>
              </a:tblPr>
              <a:tblGrid>
                <a:gridCol w="1665800">
                  <a:extLst>
                    <a:ext uri="{9D8B030D-6E8A-4147-A177-3AD203B41FA5}">
                      <a16:colId xmlns:a16="http://schemas.microsoft.com/office/drawing/2014/main" val="20000"/>
                    </a:ext>
                  </a:extLst>
                </a:gridCol>
                <a:gridCol w="1665800">
                  <a:extLst>
                    <a:ext uri="{9D8B030D-6E8A-4147-A177-3AD203B41FA5}">
                      <a16:colId xmlns:a16="http://schemas.microsoft.com/office/drawing/2014/main" val="20001"/>
                    </a:ext>
                  </a:extLst>
                </a:gridCol>
                <a:gridCol w="1667925">
                  <a:extLst>
                    <a:ext uri="{9D8B030D-6E8A-4147-A177-3AD203B41FA5}">
                      <a16:colId xmlns:a16="http://schemas.microsoft.com/office/drawing/2014/main" val="20002"/>
                    </a:ext>
                  </a:extLst>
                </a:gridCol>
                <a:gridCol w="1665800">
                  <a:extLst>
                    <a:ext uri="{9D8B030D-6E8A-4147-A177-3AD203B41FA5}">
                      <a16:colId xmlns:a16="http://schemas.microsoft.com/office/drawing/2014/main" val="20003"/>
                    </a:ext>
                  </a:extLst>
                </a:gridCol>
                <a:gridCol w="1665800">
                  <a:extLst>
                    <a:ext uri="{9D8B030D-6E8A-4147-A177-3AD203B41FA5}">
                      <a16:colId xmlns:a16="http://schemas.microsoft.com/office/drawing/2014/main" val="20004"/>
                    </a:ext>
                  </a:extLst>
                </a:gridCol>
              </a:tblGrid>
              <a:tr h="427025">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Item</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A</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B</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C</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D</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EEEEE"/>
                    </a:solidFill>
                  </a:tcPr>
                </a:tc>
                <a:extLst>
                  <a:ext uri="{0D108BD9-81ED-4DB2-BD59-A6C34878D82A}">
                    <a16:rowId xmlns:a16="http://schemas.microsoft.com/office/drawing/2014/main" val="10000"/>
                  </a:ext>
                </a:extLst>
              </a:tr>
              <a:tr h="425450">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Profit</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280</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100</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120</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120</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1"/>
                  </a:ext>
                </a:extLst>
              </a:tr>
              <a:tr h="427025">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Weight</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40</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10</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20</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b="0" i="0" u="none" strike="noStrike" cap="none">
                          <a:solidFill>
                            <a:schemeClr val="dk1"/>
                          </a:solidFill>
                          <a:latin typeface="Times New Roman"/>
                          <a:ea typeface="Times New Roman"/>
                          <a:cs typeface="Times New Roman"/>
                          <a:sym typeface="Times New Roman"/>
                        </a:rPr>
                        <a:t>24</a:t>
                      </a:r>
                      <a:endParaRPr/>
                    </a:p>
                  </a:txBody>
                  <a:tcPr marL="76200" marR="76200" marT="76100" marB="76100">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074" name="Google Shape;1074;g2a4cc99e909_1_144"/>
          <p:cNvSpPr txBox="1"/>
          <p:nvPr/>
        </p:nvSpPr>
        <p:spPr>
          <a:xfrm>
            <a:off x="508000" y="4572000"/>
            <a:ext cx="10972800" cy="1108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r>
              <a:rPr lang="en-US" sz="1800" b="0" i="0" u="none">
                <a:solidFill>
                  <a:schemeClr val="dk1"/>
                </a:solidFill>
                <a:latin typeface="Times New Roman"/>
                <a:ea typeface="Times New Roman"/>
                <a:cs typeface="Times New Roman"/>
                <a:sym typeface="Times New Roman"/>
              </a:rPr>
              <a:t>)  L</a:t>
            </a:r>
            <a:r>
              <a:rPr lang="en-US" sz="1800" b="0" i="0" u="none">
                <a:solidFill>
                  <a:srgbClr val="000000"/>
                </a:solidFill>
                <a:latin typeface="Times New Roman"/>
                <a:ea typeface="Times New Roman"/>
                <a:cs typeface="Times New Roman"/>
                <a:sym typeface="Times New Roman"/>
              </a:rPr>
              <a:t>et us consider that the capacity of the knapsack </a:t>
            </a:r>
            <a:r>
              <a:rPr lang="en-US" sz="1800" b="1" i="1" u="none">
                <a:solidFill>
                  <a:srgbClr val="000000"/>
                </a:solidFill>
                <a:latin typeface="Times New Roman"/>
                <a:ea typeface="Times New Roman"/>
                <a:cs typeface="Times New Roman"/>
                <a:sym typeface="Times New Roman"/>
              </a:rPr>
              <a:t>W</a:t>
            </a:r>
            <a:r>
              <a:rPr lang="en-US" sz="1800" b="1" i="0" u="none">
                <a:solidFill>
                  <a:srgbClr val="000000"/>
                </a:solidFill>
                <a:latin typeface="Times New Roman"/>
                <a:ea typeface="Times New Roman"/>
                <a:cs typeface="Times New Roman"/>
                <a:sym typeface="Times New Roman"/>
              </a:rPr>
              <a:t> =60</a:t>
            </a:r>
            <a:r>
              <a:rPr lang="en-US" sz="1800" b="0" i="0" u="none">
                <a:solidFill>
                  <a:srgbClr val="000000"/>
                </a:solidFill>
                <a:latin typeface="Times New Roman"/>
                <a:ea typeface="Times New Roman"/>
                <a:cs typeface="Times New Roman"/>
                <a:sym typeface="Times New Roman"/>
              </a:rPr>
              <a:t> and the list of provided items are shown in the following table −</a:t>
            </a:r>
            <a:endParaRPr sz="24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400" b="0" i="0" u="none">
              <a:solidFill>
                <a:schemeClr val="dk1"/>
              </a:solidFill>
              <a:latin typeface="Times New Roman"/>
              <a:ea typeface="Times New Roman"/>
              <a:cs typeface="Times New Roman"/>
              <a:sym typeface="Times New Roman"/>
            </a:endParaRPr>
          </a:p>
        </p:txBody>
      </p:sp>
      <p:sp>
        <p:nvSpPr>
          <p:cNvPr id="1075" name="Google Shape;1075;g2a4cc99e909_1_144"/>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g2a4cc99e909_1_153"/>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082" name="Google Shape;1082;g2a4cc99e909_1_153"/>
          <p:cNvSpPr txBox="1">
            <a:spLocks noGrp="1"/>
          </p:cNvSpPr>
          <p:nvPr>
            <p:ph type="body" idx="1"/>
          </p:nvPr>
        </p:nvSpPr>
        <p:spPr>
          <a:xfrm>
            <a:off x="914400" y="16764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Huffman codes can be used to compress information</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JPEGs do use Huffman as part of their compression process</a:t>
            </a:r>
            <a:endParaRPr/>
          </a:p>
          <a:p>
            <a:pPr marL="742950" lvl="1" indent="-285750" algn="l" rtl="0">
              <a:lnSpc>
                <a:spcPct val="90000"/>
              </a:lnSpc>
              <a:spcBef>
                <a:spcPts val="480"/>
              </a:spcBef>
              <a:spcAft>
                <a:spcPts val="0"/>
              </a:spcAft>
              <a:buSzPts val="1320"/>
              <a:buNone/>
            </a:pPr>
            <a:endParaRPr sz="2400" b="0" i="0" u="none">
              <a:solidFill>
                <a:schemeClr val="dk1"/>
              </a:solidFill>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The basic idea is to store the more frequently occurring characters using fewer bits and less frequently occurring characters using more bits</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On average this should decrease the filesize (usually ½)</a:t>
            </a:r>
            <a:endParaRPr/>
          </a:p>
        </p:txBody>
      </p:sp>
      <p:sp>
        <p:nvSpPr>
          <p:cNvPr id="1083" name="Google Shape;1083;g2a4cc99e909_1_153"/>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g2a4cc99e909_1_160"/>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090" name="Google Shape;1090;g2a4cc99e909_1_160"/>
          <p:cNvSpPr txBox="1">
            <a:spLocks noGrp="1"/>
          </p:cNvSpPr>
          <p:nvPr>
            <p:ph type="body" idx="1"/>
          </p:nvPr>
        </p:nvSpPr>
        <p:spPr>
          <a:xfrm>
            <a:off x="508000" y="1828800"/>
            <a:ext cx="113793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As an example, lets take the string:</a:t>
            </a:r>
            <a:endParaRPr/>
          </a:p>
          <a:p>
            <a:pPr marL="742950" lvl="1" indent="-285750" algn="l" rtl="0">
              <a:lnSpc>
                <a:spcPct val="100000"/>
              </a:lnSpc>
              <a:spcBef>
                <a:spcPts val="480"/>
              </a:spcBef>
              <a:spcAft>
                <a:spcPts val="0"/>
              </a:spcAft>
              <a:buSzPts val="1320"/>
              <a:buNone/>
            </a:pPr>
            <a:r>
              <a:rPr lang="en-US" sz="2400" b="0" i="0" u="none">
                <a:solidFill>
                  <a:schemeClr val="dk1"/>
                </a:solidFill>
                <a:latin typeface="Times New Roman"/>
                <a:ea typeface="Times New Roman"/>
                <a:cs typeface="Times New Roman"/>
                <a:sym typeface="Times New Roman"/>
              </a:rPr>
              <a:t>		“duke blue devils”</a:t>
            </a:r>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We first to a frequency count of the characters:</a:t>
            </a:r>
            <a:endParaRPr/>
          </a:p>
          <a:p>
            <a:pPr marL="1143000" lvl="2" indent="-228600" algn="l" rtl="0">
              <a:lnSpc>
                <a:spcPct val="100000"/>
              </a:lnSpc>
              <a:spcBef>
                <a:spcPts val="400"/>
              </a:spcBef>
              <a:spcAft>
                <a:spcPts val="0"/>
              </a:spcAft>
              <a:buClr>
                <a:schemeClr val="folHlink"/>
              </a:buClr>
              <a:buSzPts val="1000"/>
              <a:buFont typeface="Noto Sans Symbols"/>
              <a:buChar char="■"/>
            </a:pPr>
            <a:r>
              <a:rPr lang="en-US" sz="2000" b="0" i="0" u="none">
                <a:solidFill>
                  <a:schemeClr val="dk1"/>
                </a:solidFill>
                <a:latin typeface="Times New Roman"/>
                <a:ea typeface="Times New Roman"/>
                <a:cs typeface="Times New Roman"/>
                <a:sym typeface="Times New Roman"/>
              </a:rPr>
              <a:t>e:3, d:2, u:2, l:2, space:2, k:1, b:1, v:1, i:1, s:1</a:t>
            </a:r>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Next we use a Greedy algorithm to build up a Huffman Tree</a:t>
            </a:r>
            <a:endParaRPr/>
          </a:p>
          <a:p>
            <a:pPr marL="742950" lvl="1" indent="-285750" algn="l" rtl="0">
              <a:lnSpc>
                <a:spcPct val="10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We start with nodes for each character</a:t>
            </a:r>
            <a:endParaRPr/>
          </a:p>
        </p:txBody>
      </p:sp>
      <p:sp>
        <p:nvSpPr>
          <p:cNvPr id="1091" name="Google Shape;1091;g2a4cc99e909_1_160"/>
          <p:cNvSpPr/>
          <p:nvPr/>
        </p:nvSpPr>
        <p:spPr>
          <a:xfrm>
            <a:off x="1727200" y="579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1092" name="Google Shape;1092;g2a4cc99e909_1_160"/>
          <p:cNvSpPr/>
          <p:nvPr/>
        </p:nvSpPr>
        <p:spPr>
          <a:xfrm>
            <a:off x="2743200" y="579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1093" name="Google Shape;1093;g2a4cc99e909_1_160"/>
          <p:cNvSpPr/>
          <p:nvPr/>
        </p:nvSpPr>
        <p:spPr>
          <a:xfrm>
            <a:off x="3759200" y="579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1094" name="Google Shape;1094;g2a4cc99e909_1_160"/>
          <p:cNvSpPr/>
          <p:nvPr/>
        </p:nvSpPr>
        <p:spPr>
          <a:xfrm>
            <a:off x="4775200" y="579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1095" name="Google Shape;1095;g2a4cc99e909_1_160"/>
          <p:cNvSpPr/>
          <p:nvPr/>
        </p:nvSpPr>
        <p:spPr>
          <a:xfrm>
            <a:off x="5689600" y="579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1096" name="Google Shape;1096;g2a4cc99e909_1_160"/>
          <p:cNvSpPr/>
          <p:nvPr/>
        </p:nvSpPr>
        <p:spPr>
          <a:xfrm>
            <a:off x="6705600" y="579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sp>
        <p:nvSpPr>
          <p:cNvPr id="1097" name="Google Shape;1097;g2a4cc99e909_1_160"/>
          <p:cNvSpPr/>
          <p:nvPr/>
        </p:nvSpPr>
        <p:spPr>
          <a:xfrm>
            <a:off x="7620000" y="579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1098" name="Google Shape;1098;g2a4cc99e909_1_160"/>
          <p:cNvSpPr/>
          <p:nvPr/>
        </p:nvSpPr>
        <p:spPr>
          <a:xfrm>
            <a:off x="8534400" y="579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1099" name="Google Shape;1099;g2a4cc99e909_1_160"/>
          <p:cNvSpPr/>
          <p:nvPr/>
        </p:nvSpPr>
        <p:spPr>
          <a:xfrm>
            <a:off x="9448800" y="579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1100" name="Google Shape;1100;g2a4cc99e909_1_160"/>
          <p:cNvSpPr/>
          <p:nvPr/>
        </p:nvSpPr>
        <p:spPr>
          <a:xfrm>
            <a:off x="10363200" y="579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1101" name="Google Shape;1101;g2a4cc99e909_1_160"/>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g2a4cc99e909_1_177"/>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108" name="Google Shape;1108;g2a4cc99e909_1_177"/>
          <p:cNvSpPr txBox="1">
            <a:spLocks noGrp="1"/>
          </p:cNvSpPr>
          <p:nvPr>
            <p:ph type="body" idx="1"/>
          </p:nvPr>
        </p:nvSpPr>
        <p:spPr>
          <a:xfrm>
            <a:off x="1463040" y="1845734"/>
            <a:ext cx="13411200" cy="4023300"/>
          </a:xfrm>
          <a:prstGeom prst="rect">
            <a:avLst/>
          </a:prstGeom>
          <a:noFill/>
          <a:ln>
            <a:noFill/>
          </a:ln>
        </p:spPr>
        <p:txBody>
          <a:bodyPr spcFirstLastPara="1" wrap="square" lIns="91425" tIns="45700" rIns="91425" bIns="45700" anchor="t" anchorCtr="0">
            <a:noAutofit/>
          </a:bodyPr>
          <a:lstStyle/>
          <a:p>
            <a:pPr marL="342900" lvl="0" indent="-236220" algn="l" rtl="0">
              <a:lnSpc>
                <a:spcPct val="90000"/>
              </a:lnSpc>
              <a:spcBef>
                <a:spcPts val="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We then pick the nodes with the smallest frequency and combine them together to form a new node</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1" i="0" u="none">
                <a:solidFill>
                  <a:srgbClr val="0070C0"/>
                </a:solidFill>
                <a:latin typeface="Times New Roman"/>
                <a:ea typeface="Times New Roman"/>
                <a:cs typeface="Times New Roman"/>
                <a:sym typeface="Times New Roman"/>
              </a:rPr>
              <a:t>The selection of these nodes is the Greedy part</a:t>
            </a:r>
            <a:endParaRPr/>
          </a:p>
          <a:p>
            <a:pPr marL="742950" lvl="1" indent="-201930" algn="l" rtl="0">
              <a:lnSpc>
                <a:spcPct val="90000"/>
              </a:lnSpc>
              <a:spcBef>
                <a:spcPts val="480"/>
              </a:spcBef>
              <a:spcAft>
                <a:spcPts val="0"/>
              </a:spcAft>
              <a:buClr>
                <a:schemeClr val="hlink"/>
              </a:buClr>
              <a:buSzPts val="1320"/>
              <a:buFont typeface="Noto Sans Symbols"/>
              <a:buNone/>
            </a:pPr>
            <a:endParaRPr sz="2400" b="1" i="0" u="none">
              <a:solidFill>
                <a:srgbClr val="0070C0"/>
              </a:solidFill>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The two selected nodes are removed from the set, but replace by the combined node</a:t>
            </a:r>
            <a:endParaRPr/>
          </a:p>
          <a:p>
            <a:pPr marL="342900" lvl="0" indent="-236220" algn="l" rtl="0">
              <a:lnSpc>
                <a:spcPct val="9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This continues until we have only 1 node left in the set</a:t>
            </a:r>
            <a:endParaRPr/>
          </a:p>
        </p:txBody>
      </p:sp>
      <p:sp>
        <p:nvSpPr>
          <p:cNvPr id="1109" name="Google Shape;1109;g2a4cc99e909_1_177"/>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sp>
        <p:nvSpPr>
          <p:cNvPr id="1115" name="Google Shape;1115;g2a4cc99e909_1_184"/>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116" name="Google Shape;1116;g2a4cc99e909_1_184"/>
          <p:cNvSpPr/>
          <p:nvPr/>
        </p:nvSpPr>
        <p:spPr>
          <a:xfrm>
            <a:off x="1320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1117" name="Google Shape;1117;g2a4cc99e909_1_184"/>
          <p:cNvSpPr/>
          <p:nvPr/>
        </p:nvSpPr>
        <p:spPr>
          <a:xfrm>
            <a:off x="2336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1118" name="Google Shape;1118;g2a4cc99e909_1_184"/>
          <p:cNvSpPr/>
          <p:nvPr/>
        </p:nvSpPr>
        <p:spPr>
          <a:xfrm>
            <a:off x="3352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1119" name="Google Shape;1119;g2a4cc99e909_1_184"/>
          <p:cNvSpPr/>
          <p:nvPr/>
        </p:nvSpPr>
        <p:spPr>
          <a:xfrm>
            <a:off x="4368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1120" name="Google Shape;1120;g2a4cc99e909_1_184"/>
          <p:cNvSpPr/>
          <p:nvPr/>
        </p:nvSpPr>
        <p:spPr>
          <a:xfrm>
            <a:off x="52832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1121" name="Google Shape;1121;g2a4cc99e909_1_184"/>
          <p:cNvSpPr/>
          <p:nvPr/>
        </p:nvSpPr>
        <p:spPr>
          <a:xfrm>
            <a:off x="62992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sp>
        <p:nvSpPr>
          <p:cNvPr id="1122" name="Google Shape;1122;g2a4cc99e909_1_184"/>
          <p:cNvSpPr/>
          <p:nvPr/>
        </p:nvSpPr>
        <p:spPr>
          <a:xfrm>
            <a:off x="72136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1123" name="Google Shape;1123;g2a4cc99e909_1_184"/>
          <p:cNvSpPr/>
          <p:nvPr/>
        </p:nvSpPr>
        <p:spPr>
          <a:xfrm>
            <a:off x="81280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1124" name="Google Shape;1124;g2a4cc99e909_1_184"/>
          <p:cNvSpPr/>
          <p:nvPr/>
        </p:nvSpPr>
        <p:spPr>
          <a:xfrm>
            <a:off x="90424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1125" name="Google Shape;1125;g2a4cc99e909_1_184"/>
          <p:cNvSpPr/>
          <p:nvPr/>
        </p:nvSpPr>
        <p:spPr>
          <a:xfrm>
            <a:off x="99568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1126" name="Google Shape;1126;g2a4cc99e909_1_184"/>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68</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g2a4cc99e909_1_200"/>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133" name="Google Shape;1133;g2a4cc99e909_1_200"/>
          <p:cNvSpPr/>
          <p:nvPr/>
        </p:nvSpPr>
        <p:spPr>
          <a:xfrm>
            <a:off x="1320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1134" name="Google Shape;1134;g2a4cc99e909_1_200"/>
          <p:cNvSpPr/>
          <p:nvPr/>
        </p:nvSpPr>
        <p:spPr>
          <a:xfrm>
            <a:off x="2336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1135" name="Google Shape;1135;g2a4cc99e909_1_200"/>
          <p:cNvSpPr/>
          <p:nvPr/>
        </p:nvSpPr>
        <p:spPr>
          <a:xfrm>
            <a:off x="3352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1136" name="Google Shape;1136;g2a4cc99e909_1_200"/>
          <p:cNvSpPr/>
          <p:nvPr/>
        </p:nvSpPr>
        <p:spPr>
          <a:xfrm>
            <a:off x="4368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1137" name="Google Shape;1137;g2a4cc99e909_1_200"/>
          <p:cNvSpPr/>
          <p:nvPr/>
        </p:nvSpPr>
        <p:spPr>
          <a:xfrm>
            <a:off x="52832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1138" name="Google Shape;1138;g2a4cc99e909_1_200"/>
          <p:cNvSpPr/>
          <p:nvPr/>
        </p:nvSpPr>
        <p:spPr>
          <a:xfrm>
            <a:off x="62992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sp>
        <p:nvSpPr>
          <p:cNvPr id="1139" name="Google Shape;1139;g2a4cc99e909_1_200"/>
          <p:cNvSpPr/>
          <p:nvPr/>
        </p:nvSpPr>
        <p:spPr>
          <a:xfrm>
            <a:off x="72136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1140" name="Google Shape;1140;g2a4cc99e909_1_200"/>
          <p:cNvSpPr/>
          <p:nvPr/>
        </p:nvSpPr>
        <p:spPr>
          <a:xfrm>
            <a:off x="81280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1141" name="Google Shape;1141;g2a4cc99e909_1_200"/>
          <p:cNvSpPr/>
          <p:nvPr/>
        </p:nvSpPr>
        <p:spPr>
          <a:xfrm>
            <a:off x="90424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1142" name="Google Shape;1142;g2a4cc99e909_1_200"/>
          <p:cNvSpPr/>
          <p:nvPr/>
        </p:nvSpPr>
        <p:spPr>
          <a:xfrm>
            <a:off x="9956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1143" name="Google Shape;1143;g2a4cc99e909_1_200"/>
          <p:cNvSpPr/>
          <p:nvPr/>
        </p:nvSpPr>
        <p:spPr>
          <a:xfrm>
            <a:off x="9448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144" name="Google Shape;1144;g2a4cc99e909_1_200"/>
          <p:cNvCxnSpPr/>
          <p:nvPr/>
        </p:nvCxnSpPr>
        <p:spPr>
          <a:xfrm flipH="1">
            <a:off x="9448900" y="2438400"/>
            <a:ext cx="2031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145" name="Google Shape;1145;g2a4cc99e909_1_200"/>
          <p:cNvCxnSpPr/>
          <p:nvPr/>
        </p:nvCxnSpPr>
        <p:spPr>
          <a:xfrm>
            <a:off x="9956800" y="2438400"/>
            <a:ext cx="304800" cy="304800"/>
          </a:xfrm>
          <a:prstGeom prst="straightConnector1">
            <a:avLst/>
          </a:prstGeom>
          <a:noFill/>
          <a:ln w="9525" cap="flat" cmpd="sng">
            <a:solidFill>
              <a:schemeClr val="dk1"/>
            </a:solidFill>
            <a:prstDash val="solid"/>
            <a:miter lim="800000"/>
            <a:headEnd type="none" w="med" len="med"/>
            <a:tailEnd type="none" w="med" len="med"/>
          </a:ln>
        </p:spPr>
      </p:cxnSp>
      <p:sp>
        <p:nvSpPr>
          <p:cNvPr id="1146" name="Google Shape;1146;g2a4cc99e909_1_200"/>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51"/>
        <p:cNvGrpSpPr/>
        <p:nvPr/>
      </p:nvGrpSpPr>
      <p:grpSpPr>
        <a:xfrm>
          <a:off x="0" y="0"/>
          <a:ext cx="0" cy="0"/>
          <a:chOff x="0" y="0"/>
          <a:chExt cx="0" cy="0"/>
        </a:xfrm>
      </p:grpSpPr>
      <p:sp>
        <p:nvSpPr>
          <p:cNvPr id="1152" name="Google Shape;1152;g2a4cc99e909_1_219"/>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153" name="Google Shape;1153;g2a4cc99e909_1_219"/>
          <p:cNvSpPr/>
          <p:nvPr/>
        </p:nvSpPr>
        <p:spPr>
          <a:xfrm>
            <a:off x="1320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1154" name="Google Shape;1154;g2a4cc99e909_1_219"/>
          <p:cNvSpPr/>
          <p:nvPr/>
        </p:nvSpPr>
        <p:spPr>
          <a:xfrm>
            <a:off x="2336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1155" name="Google Shape;1155;g2a4cc99e909_1_219"/>
          <p:cNvSpPr/>
          <p:nvPr/>
        </p:nvSpPr>
        <p:spPr>
          <a:xfrm>
            <a:off x="3352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1156" name="Google Shape;1156;g2a4cc99e909_1_219"/>
          <p:cNvSpPr/>
          <p:nvPr/>
        </p:nvSpPr>
        <p:spPr>
          <a:xfrm>
            <a:off x="4368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1157" name="Google Shape;1157;g2a4cc99e909_1_219"/>
          <p:cNvSpPr/>
          <p:nvPr/>
        </p:nvSpPr>
        <p:spPr>
          <a:xfrm>
            <a:off x="52832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1158" name="Google Shape;1158;g2a4cc99e909_1_219"/>
          <p:cNvSpPr/>
          <p:nvPr/>
        </p:nvSpPr>
        <p:spPr>
          <a:xfrm>
            <a:off x="62992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sp>
        <p:nvSpPr>
          <p:cNvPr id="1159" name="Google Shape;1159;g2a4cc99e909_1_219"/>
          <p:cNvSpPr/>
          <p:nvPr/>
        </p:nvSpPr>
        <p:spPr>
          <a:xfrm>
            <a:off x="72136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1160" name="Google Shape;1160;g2a4cc99e909_1_219"/>
          <p:cNvSpPr/>
          <p:nvPr/>
        </p:nvSpPr>
        <p:spPr>
          <a:xfrm>
            <a:off x="81280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1161" name="Google Shape;1161;g2a4cc99e909_1_219"/>
          <p:cNvSpPr/>
          <p:nvPr/>
        </p:nvSpPr>
        <p:spPr>
          <a:xfrm>
            <a:off x="90424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1162" name="Google Shape;1162;g2a4cc99e909_1_219"/>
          <p:cNvSpPr/>
          <p:nvPr/>
        </p:nvSpPr>
        <p:spPr>
          <a:xfrm>
            <a:off x="9956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1163" name="Google Shape;1163;g2a4cc99e909_1_219"/>
          <p:cNvSpPr/>
          <p:nvPr/>
        </p:nvSpPr>
        <p:spPr>
          <a:xfrm>
            <a:off x="9448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164" name="Google Shape;1164;g2a4cc99e909_1_219"/>
          <p:cNvCxnSpPr/>
          <p:nvPr/>
        </p:nvCxnSpPr>
        <p:spPr>
          <a:xfrm flipH="1">
            <a:off x="9448900" y="2438400"/>
            <a:ext cx="2031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165" name="Google Shape;1165;g2a4cc99e909_1_219"/>
          <p:cNvCxnSpPr/>
          <p:nvPr/>
        </p:nvCxnSpPr>
        <p:spPr>
          <a:xfrm>
            <a:off x="9956800" y="2438400"/>
            <a:ext cx="304800" cy="304800"/>
          </a:xfrm>
          <a:prstGeom prst="straightConnector1">
            <a:avLst/>
          </a:prstGeom>
          <a:noFill/>
          <a:ln w="9525" cap="flat" cmpd="sng">
            <a:solidFill>
              <a:schemeClr val="dk1"/>
            </a:solidFill>
            <a:prstDash val="solid"/>
            <a:miter lim="800000"/>
            <a:headEnd type="none" w="med" len="med"/>
            <a:tailEnd type="none" w="med" len="med"/>
          </a:ln>
        </p:spPr>
      </p:cxnSp>
      <p:sp>
        <p:nvSpPr>
          <p:cNvPr id="1166" name="Google Shape;1166;g2a4cc99e909_1_219"/>
          <p:cNvSpPr/>
          <p:nvPr/>
        </p:nvSpPr>
        <p:spPr>
          <a:xfrm>
            <a:off x="76200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167" name="Google Shape;1167;g2a4cc99e909_1_219"/>
          <p:cNvCxnSpPr/>
          <p:nvPr/>
        </p:nvCxnSpPr>
        <p:spPr>
          <a:xfrm flipH="1">
            <a:off x="7620100" y="2438400"/>
            <a:ext cx="2031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168" name="Google Shape;1168;g2a4cc99e909_1_219"/>
          <p:cNvCxnSpPr/>
          <p:nvPr/>
        </p:nvCxnSpPr>
        <p:spPr>
          <a:xfrm>
            <a:off x="8128000" y="2438400"/>
            <a:ext cx="304800" cy="304800"/>
          </a:xfrm>
          <a:prstGeom prst="straightConnector1">
            <a:avLst/>
          </a:prstGeom>
          <a:noFill/>
          <a:ln w="9525" cap="flat" cmpd="sng">
            <a:solidFill>
              <a:schemeClr val="dk1"/>
            </a:solidFill>
            <a:prstDash val="solid"/>
            <a:miter lim="800000"/>
            <a:headEnd type="none" w="med" len="med"/>
            <a:tailEnd type="none" w="med" len="med"/>
          </a:ln>
        </p:spPr>
      </p:cxnSp>
      <p:sp>
        <p:nvSpPr>
          <p:cNvPr id="1169" name="Google Shape;1169;g2a4cc99e909_1_219"/>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70</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sp>
        <p:nvSpPr>
          <p:cNvPr id="1175" name="Google Shape;1175;g2a4cc99e909_1_241"/>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176" name="Google Shape;1176;g2a4cc99e909_1_241"/>
          <p:cNvSpPr/>
          <p:nvPr/>
        </p:nvSpPr>
        <p:spPr>
          <a:xfrm>
            <a:off x="1320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1177" name="Google Shape;1177;g2a4cc99e909_1_241"/>
          <p:cNvSpPr/>
          <p:nvPr/>
        </p:nvSpPr>
        <p:spPr>
          <a:xfrm>
            <a:off x="2336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1178" name="Google Shape;1178;g2a4cc99e909_1_241"/>
          <p:cNvSpPr/>
          <p:nvPr/>
        </p:nvSpPr>
        <p:spPr>
          <a:xfrm>
            <a:off x="3352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1179" name="Google Shape;1179;g2a4cc99e909_1_241"/>
          <p:cNvSpPr/>
          <p:nvPr/>
        </p:nvSpPr>
        <p:spPr>
          <a:xfrm>
            <a:off x="43688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1180" name="Google Shape;1180;g2a4cc99e909_1_241"/>
          <p:cNvSpPr/>
          <p:nvPr/>
        </p:nvSpPr>
        <p:spPr>
          <a:xfrm>
            <a:off x="52832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1181" name="Google Shape;1181;g2a4cc99e909_1_241"/>
          <p:cNvSpPr/>
          <p:nvPr/>
        </p:nvSpPr>
        <p:spPr>
          <a:xfrm>
            <a:off x="62992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1182" name="Google Shape;1182;g2a4cc99e909_1_241"/>
          <p:cNvGrpSpPr/>
          <p:nvPr/>
        </p:nvGrpSpPr>
        <p:grpSpPr>
          <a:xfrm>
            <a:off x="9042400" y="1981200"/>
            <a:ext cx="1549400" cy="1238250"/>
            <a:chOff x="4272" y="1248"/>
            <a:chExt cx="732" cy="780"/>
          </a:xfrm>
        </p:grpSpPr>
        <p:sp>
          <p:nvSpPr>
            <p:cNvPr id="1183" name="Google Shape;1183;g2a4cc99e909_1_241"/>
            <p:cNvSpPr/>
            <p:nvPr/>
          </p:nvSpPr>
          <p:spPr>
            <a:xfrm>
              <a:off x="4272"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1184" name="Google Shape;1184;g2a4cc99e909_1_241"/>
            <p:cNvSpPr/>
            <p:nvPr/>
          </p:nvSpPr>
          <p:spPr>
            <a:xfrm>
              <a:off x="4704"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1185" name="Google Shape;1185;g2a4cc99e909_1_241"/>
            <p:cNvSpPr/>
            <p:nvPr/>
          </p:nvSpPr>
          <p:spPr>
            <a:xfrm>
              <a:off x="4464"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186" name="Google Shape;1186;g2a4cc99e909_1_241"/>
            <p:cNvCxnSpPr/>
            <p:nvPr/>
          </p:nvCxnSpPr>
          <p:spPr>
            <a:xfrm>
              <a:off x="4560"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187" name="Google Shape;1187;g2a4cc99e909_1_241"/>
            <p:cNvCxnSpPr/>
            <p:nvPr/>
          </p:nvCxnSpPr>
          <p:spPr>
            <a:xfrm>
              <a:off x="4704" y="1536"/>
              <a:ext cx="0" cy="300"/>
            </a:xfrm>
            <a:prstGeom prst="straightConnector1">
              <a:avLst/>
            </a:prstGeom>
            <a:noFill/>
            <a:ln w="9525" cap="flat" cmpd="sng">
              <a:solidFill>
                <a:schemeClr val="dk1"/>
              </a:solidFill>
              <a:prstDash val="solid"/>
              <a:miter lim="800000"/>
              <a:headEnd type="none" w="med" len="med"/>
              <a:tailEnd type="none" w="med" len="med"/>
            </a:ln>
          </p:spPr>
        </p:cxnSp>
      </p:grpSp>
      <p:grpSp>
        <p:nvGrpSpPr>
          <p:cNvPr id="1188" name="Google Shape;1188;g2a4cc99e909_1_241"/>
          <p:cNvGrpSpPr/>
          <p:nvPr/>
        </p:nvGrpSpPr>
        <p:grpSpPr>
          <a:xfrm>
            <a:off x="7213600" y="2743200"/>
            <a:ext cx="1549400" cy="1238250"/>
            <a:chOff x="3408" y="1248"/>
            <a:chExt cx="732" cy="780"/>
          </a:xfrm>
        </p:grpSpPr>
        <p:sp>
          <p:nvSpPr>
            <p:cNvPr id="1189" name="Google Shape;1189;g2a4cc99e909_1_241"/>
            <p:cNvSpPr/>
            <p:nvPr/>
          </p:nvSpPr>
          <p:spPr>
            <a:xfrm>
              <a:off x="3408"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1190" name="Google Shape;1190;g2a4cc99e909_1_241"/>
            <p:cNvSpPr/>
            <p:nvPr/>
          </p:nvSpPr>
          <p:spPr>
            <a:xfrm>
              <a:off x="3840"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1191" name="Google Shape;1191;g2a4cc99e909_1_241"/>
            <p:cNvSpPr/>
            <p:nvPr/>
          </p:nvSpPr>
          <p:spPr>
            <a:xfrm>
              <a:off x="3600"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192" name="Google Shape;1192;g2a4cc99e909_1_241"/>
            <p:cNvCxnSpPr/>
            <p:nvPr/>
          </p:nvCxnSpPr>
          <p:spPr>
            <a:xfrm>
              <a:off x="3696"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193" name="Google Shape;1193;g2a4cc99e909_1_241"/>
            <p:cNvCxnSpPr/>
            <p:nvPr/>
          </p:nvCxnSpPr>
          <p:spPr>
            <a:xfrm>
              <a:off x="3840" y="1536"/>
              <a:ext cx="0" cy="300"/>
            </a:xfrm>
            <a:prstGeom prst="straightConnector1">
              <a:avLst/>
            </a:prstGeom>
            <a:noFill/>
            <a:ln w="9525" cap="flat" cmpd="sng">
              <a:solidFill>
                <a:schemeClr val="dk1"/>
              </a:solidFill>
              <a:prstDash val="solid"/>
              <a:miter lim="800000"/>
              <a:headEnd type="none" w="med" len="med"/>
              <a:tailEnd type="none" w="med" len="med"/>
            </a:ln>
          </p:spPr>
        </p:cxnSp>
      </p:grpSp>
      <p:cxnSp>
        <p:nvCxnSpPr>
          <p:cNvPr id="1194" name="Google Shape;1194;g2a4cc99e909_1_241"/>
          <p:cNvCxnSpPr/>
          <p:nvPr/>
        </p:nvCxnSpPr>
        <p:spPr>
          <a:xfrm flipH="1">
            <a:off x="9448900" y="2438400"/>
            <a:ext cx="2031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195" name="Google Shape;1195;g2a4cc99e909_1_241"/>
          <p:cNvCxnSpPr/>
          <p:nvPr/>
        </p:nvCxnSpPr>
        <p:spPr>
          <a:xfrm>
            <a:off x="9956800" y="2438400"/>
            <a:ext cx="304800" cy="304800"/>
          </a:xfrm>
          <a:prstGeom prst="straightConnector1">
            <a:avLst/>
          </a:prstGeom>
          <a:noFill/>
          <a:ln w="9525" cap="flat" cmpd="sng">
            <a:solidFill>
              <a:schemeClr val="dk1"/>
            </a:solidFill>
            <a:prstDash val="solid"/>
            <a:miter lim="800000"/>
            <a:headEnd type="none" w="med" len="med"/>
            <a:tailEnd type="none" w="med" len="med"/>
          </a:ln>
        </p:spPr>
      </p:cxnSp>
      <p:sp>
        <p:nvSpPr>
          <p:cNvPr id="1196" name="Google Shape;1196;g2a4cc99e909_1_241"/>
          <p:cNvSpPr/>
          <p:nvPr/>
        </p:nvSpPr>
        <p:spPr>
          <a:xfrm>
            <a:off x="6908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1197" name="Google Shape;1197;g2a4cc99e909_1_241"/>
          <p:cNvCxnSpPr/>
          <p:nvPr/>
        </p:nvCxnSpPr>
        <p:spPr>
          <a:xfrm flipH="1">
            <a:off x="6705600" y="2438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198" name="Google Shape;1198;g2a4cc99e909_1_241"/>
          <p:cNvCxnSpPr/>
          <p:nvPr/>
        </p:nvCxnSpPr>
        <p:spPr>
          <a:xfrm>
            <a:off x="7416800" y="2438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199" name="Google Shape;1199;g2a4cc99e909_1_241"/>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204"/>
        <p:cNvGrpSpPr/>
        <p:nvPr/>
      </p:nvGrpSpPr>
      <p:grpSpPr>
        <a:xfrm>
          <a:off x="0" y="0"/>
          <a:ext cx="0" cy="0"/>
          <a:chOff x="0" y="0"/>
          <a:chExt cx="0" cy="0"/>
        </a:xfrm>
      </p:grpSpPr>
      <p:sp>
        <p:nvSpPr>
          <p:cNvPr id="1205" name="Google Shape;1205;g2a4cc99e909_1_270"/>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206" name="Google Shape;1206;g2a4cc99e909_1_270"/>
          <p:cNvSpPr/>
          <p:nvPr/>
        </p:nvSpPr>
        <p:spPr>
          <a:xfrm>
            <a:off x="1320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1207" name="Google Shape;1207;g2a4cc99e909_1_270"/>
          <p:cNvSpPr/>
          <p:nvPr/>
        </p:nvSpPr>
        <p:spPr>
          <a:xfrm>
            <a:off x="23368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1208" name="Google Shape;1208;g2a4cc99e909_1_270"/>
          <p:cNvSpPr/>
          <p:nvPr/>
        </p:nvSpPr>
        <p:spPr>
          <a:xfrm>
            <a:off x="33528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1209" name="Google Shape;1209;g2a4cc99e909_1_270"/>
          <p:cNvSpPr/>
          <p:nvPr/>
        </p:nvSpPr>
        <p:spPr>
          <a:xfrm>
            <a:off x="4368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1210" name="Google Shape;1210;g2a4cc99e909_1_270"/>
          <p:cNvSpPr/>
          <p:nvPr/>
        </p:nvSpPr>
        <p:spPr>
          <a:xfrm>
            <a:off x="52832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1211" name="Google Shape;1211;g2a4cc99e909_1_270"/>
          <p:cNvSpPr/>
          <p:nvPr/>
        </p:nvSpPr>
        <p:spPr>
          <a:xfrm>
            <a:off x="62992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1212" name="Google Shape;1212;g2a4cc99e909_1_270"/>
          <p:cNvGrpSpPr/>
          <p:nvPr/>
        </p:nvGrpSpPr>
        <p:grpSpPr>
          <a:xfrm>
            <a:off x="9042400" y="1981200"/>
            <a:ext cx="1549400" cy="1238250"/>
            <a:chOff x="4272" y="1248"/>
            <a:chExt cx="732" cy="780"/>
          </a:xfrm>
        </p:grpSpPr>
        <p:sp>
          <p:nvSpPr>
            <p:cNvPr id="1213" name="Google Shape;1213;g2a4cc99e909_1_270"/>
            <p:cNvSpPr/>
            <p:nvPr/>
          </p:nvSpPr>
          <p:spPr>
            <a:xfrm>
              <a:off x="4272"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1214" name="Google Shape;1214;g2a4cc99e909_1_270"/>
            <p:cNvSpPr/>
            <p:nvPr/>
          </p:nvSpPr>
          <p:spPr>
            <a:xfrm>
              <a:off x="4704"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1215" name="Google Shape;1215;g2a4cc99e909_1_270"/>
            <p:cNvSpPr/>
            <p:nvPr/>
          </p:nvSpPr>
          <p:spPr>
            <a:xfrm>
              <a:off x="4464"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216" name="Google Shape;1216;g2a4cc99e909_1_270"/>
            <p:cNvCxnSpPr/>
            <p:nvPr/>
          </p:nvCxnSpPr>
          <p:spPr>
            <a:xfrm>
              <a:off x="4560"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217" name="Google Shape;1217;g2a4cc99e909_1_270"/>
            <p:cNvCxnSpPr/>
            <p:nvPr/>
          </p:nvCxnSpPr>
          <p:spPr>
            <a:xfrm>
              <a:off x="4704" y="1536"/>
              <a:ext cx="0" cy="300"/>
            </a:xfrm>
            <a:prstGeom prst="straightConnector1">
              <a:avLst/>
            </a:prstGeom>
            <a:noFill/>
            <a:ln w="9525" cap="flat" cmpd="sng">
              <a:solidFill>
                <a:schemeClr val="dk1"/>
              </a:solidFill>
              <a:prstDash val="solid"/>
              <a:miter lim="800000"/>
              <a:headEnd type="none" w="med" len="med"/>
              <a:tailEnd type="none" w="med" len="med"/>
            </a:ln>
          </p:spPr>
        </p:cxnSp>
      </p:grpSp>
      <p:grpSp>
        <p:nvGrpSpPr>
          <p:cNvPr id="1218" name="Google Shape;1218;g2a4cc99e909_1_270"/>
          <p:cNvGrpSpPr/>
          <p:nvPr/>
        </p:nvGrpSpPr>
        <p:grpSpPr>
          <a:xfrm>
            <a:off x="7213600" y="2743200"/>
            <a:ext cx="1549400" cy="1238250"/>
            <a:chOff x="3408" y="1248"/>
            <a:chExt cx="732" cy="780"/>
          </a:xfrm>
        </p:grpSpPr>
        <p:sp>
          <p:nvSpPr>
            <p:cNvPr id="1219" name="Google Shape;1219;g2a4cc99e909_1_270"/>
            <p:cNvSpPr/>
            <p:nvPr/>
          </p:nvSpPr>
          <p:spPr>
            <a:xfrm>
              <a:off x="3408"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1220" name="Google Shape;1220;g2a4cc99e909_1_270"/>
            <p:cNvSpPr/>
            <p:nvPr/>
          </p:nvSpPr>
          <p:spPr>
            <a:xfrm>
              <a:off x="3840"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1221" name="Google Shape;1221;g2a4cc99e909_1_270"/>
            <p:cNvSpPr/>
            <p:nvPr/>
          </p:nvSpPr>
          <p:spPr>
            <a:xfrm>
              <a:off x="3600"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222" name="Google Shape;1222;g2a4cc99e909_1_270"/>
            <p:cNvCxnSpPr/>
            <p:nvPr/>
          </p:nvCxnSpPr>
          <p:spPr>
            <a:xfrm>
              <a:off x="3696"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223" name="Google Shape;1223;g2a4cc99e909_1_270"/>
            <p:cNvCxnSpPr/>
            <p:nvPr/>
          </p:nvCxnSpPr>
          <p:spPr>
            <a:xfrm>
              <a:off x="3840" y="1536"/>
              <a:ext cx="0" cy="300"/>
            </a:xfrm>
            <a:prstGeom prst="straightConnector1">
              <a:avLst/>
            </a:prstGeom>
            <a:noFill/>
            <a:ln w="9525" cap="flat" cmpd="sng">
              <a:solidFill>
                <a:schemeClr val="dk1"/>
              </a:solidFill>
              <a:prstDash val="solid"/>
              <a:miter lim="800000"/>
              <a:headEnd type="none" w="med" len="med"/>
              <a:tailEnd type="none" w="med" len="med"/>
            </a:ln>
          </p:spPr>
        </p:cxnSp>
      </p:grpSp>
      <p:cxnSp>
        <p:nvCxnSpPr>
          <p:cNvPr id="1224" name="Google Shape;1224;g2a4cc99e909_1_270"/>
          <p:cNvCxnSpPr/>
          <p:nvPr/>
        </p:nvCxnSpPr>
        <p:spPr>
          <a:xfrm flipH="1">
            <a:off x="9448900" y="2438400"/>
            <a:ext cx="2031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225" name="Google Shape;1225;g2a4cc99e909_1_270"/>
          <p:cNvCxnSpPr/>
          <p:nvPr/>
        </p:nvCxnSpPr>
        <p:spPr>
          <a:xfrm>
            <a:off x="9956800" y="2438400"/>
            <a:ext cx="304800" cy="304800"/>
          </a:xfrm>
          <a:prstGeom prst="straightConnector1">
            <a:avLst/>
          </a:prstGeom>
          <a:noFill/>
          <a:ln w="9525" cap="flat" cmpd="sng">
            <a:solidFill>
              <a:schemeClr val="dk1"/>
            </a:solidFill>
            <a:prstDash val="solid"/>
            <a:miter lim="800000"/>
            <a:headEnd type="none" w="med" len="med"/>
            <a:tailEnd type="none" w="med" len="med"/>
          </a:ln>
        </p:spPr>
      </p:cxnSp>
      <p:sp>
        <p:nvSpPr>
          <p:cNvPr id="1226" name="Google Shape;1226;g2a4cc99e909_1_270"/>
          <p:cNvSpPr/>
          <p:nvPr/>
        </p:nvSpPr>
        <p:spPr>
          <a:xfrm>
            <a:off x="6908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1227" name="Google Shape;1227;g2a4cc99e909_1_270"/>
          <p:cNvCxnSpPr/>
          <p:nvPr/>
        </p:nvCxnSpPr>
        <p:spPr>
          <a:xfrm flipH="1">
            <a:off x="6705600" y="2438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228" name="Google Shape;1228;g2a4cc99e909_1_270"/>
          <p:cNvCxnSpPr/>
          <p:nvPr/>
        </p:nvCxnSpPr>
        <p:spPr>
          <a:xfrm>
            <a:off x="7416800" y="2438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229" name="Google Shape;1229;g2a4cc99e909_1_270"/>
          <p:cNvSpPr/>
          <p:nvPr/>
        </p:nvSpPr>
        <p:spPr>
          <a:xfrm>
            <a:off x="4876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1230" name="Google Shape;1230;g2a4cc99e909_1_270"/>
          <p:cNvCxnSpPr/>
          <p:nvPr/>
        </p:nvCxnSpPr>
        <p:spPr>
          <a:xfrm flipH="1">
            <a:off x="4673600" y="2438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231" name="Google Shape;1231;g2a4cc99e909_1_270"/>
          <p:cNvCxnSpPr/>
          <p:nvPr/>
        </p:nvCxnSpPr>
        <p:spPr>
          <a:xfrm>
            <a:off x="5384800" y="2438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232" name="Google Shape;1232;g2a4cc99e909_1_270"/>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sp>
        <p:nvSpPr>
          <p:cNvPr id="1238" name="Google Shape;1238;g2a4cc99e909_1_302"/>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239" name="Google Shape;1239;g2a4cc99e909_1_302"/>
          <p:cNvSpPr/>
          <p:nvPr/>
        </p:nvSpPr>
        <p:spPr>
          <a:xfrm>
            <a:off x="1320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1240" name="Google Shape;1240;g2a4cc99e909_1_302"/>
          <p:cNvSpPr/>
          <p:nvPr/>
        </p:nvSpPr>
        <p:spPr>
          <a:xfrm>
            <a:off x="2336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1241" name="Google Shape;1241;g2a4cc99e909_1_302"/>
          <p:cNvSpPr/>
          <p:nvPr/>
        </p:nvSpPr>
        <p:spPr>
          <a:xfrm>
            <a:off x="3352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1242" name="Google Shape;1242;g2a4cc99e909_1_302"/>
          <p:cNvSpPr/>
          <p:nvPr/>
        </p:nvSpPr>
        <p:spPr>
          <a:xfrm>
            <a:off x="4368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1243" name="Google Shape;1243;g2a4cc99e909_1_302"/>
          <p:cNvSpPr/>
          <p:nvPr/>
        </p:nvSpPr>
        <p:spPr>
          <a:xfrm>
            <a:off x="52832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1244" name="Google Shape;1244;g2a4cc99e909_1_302"/>
          <p:cNvSpPr/>
          <p:nvPr/>
        </p:nvSpPr>
        <p:spPr>
          <a:xfrm>
            <a:off x="62992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sp>
        <p:nvSpPr>
          <p:cNvPr id="1245" name="Google Shape;1245;g2a4cc99e909_1_302"/>
          <p:cNvSpPr/>
          <p:nvPr/>
        </p:nvSpPr>
        <p:spPr>
          <a:xfrm>
            <a:off x="90424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1246" name="Google Shape;1246;g2a4cc99e909_1_302"/>
          <p:cNvSpPr/>
          <p:nvPr/>
        </p:nvSpPr>
        <p:spPr>
          <a:xfrm>
            <a:off x="9956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1247" name="Google Shape;1247;g2a4cc99e909_1_302"/>
          <p:cNvSpPr/>
          <p:nvPr/>
        </p:nvSpPr>
        <p:spPr>
          <a:xfrm>
            <a:off x="94488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248" name="Google Shape;1248;g2a4cc99e909_1_302"/>
          <p:cNvCxnSpPr/>
          <p:nvPr/>
        </p:nvCxnSpPr>
        <p:spPr>
          <a:xfrm flipH="1">
            <a:off x="9448900" y="2438400"/>
            <a:ext cx="2031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249" name="Google Shape;1249;g2a4cc99e909_1_302"/>
          <p:cNvCxnSpPr/>
          <p:nvPr/>
        </p:nvCxnSpPr>
        <p:spPr>
          <a:xfrm>
            <a:off x="9956800" y="2438400"/>
            <a:ext cx="304800" cy="304800"/>
          </a:xfrm>
          <a:prstGeom prst="straightConnector1">
            <a:avLst/>
          </a:prstGeom>
          <a:noFill/>
          <a:ln w="9525" cap="flat" cmpd="sng">
            <a:solidFill>
              <a:schemeClr val="dk1"/>
            </a:solidFill>
            <a:prstDash val="solid"/>
            <a:miter lim="800000"/>
            <a:headEnd type="none" w="med" len="med"/>
            <a:tailEnd type="none" w="med" len="med"/>
          </a:ln>
        </p:spPr>
      </p:cxnSp>
      <p:grpSp>
        <p:nvGrpSpPr>
          <p:cNvPr id="1250" name="Google Shape;1250;g2a4cc99e909_1_302"/>
          <p:cNvGrpSpPr/>
          <p:nvPr/>
        </p:nvGrpSpPr>
        <p:grpSpPr>
          <a:xfrm>
            <a:off x="7213600" y="2743200"/>
            <a:ext cx="1549400" cy="1238250"/>
            <a:chOff x="3408" y="1248"/>
            <a:chExt cx="732" cy="780"/>
          </a:xfrm>
        </p:grpSpPr>
        <p:sp>
          <p:nvSpPr>
            <p:cNvPr id="1251" name="Google Shape;1251;g2a4cc99e909_1_302"/>
            <p:cNvSpPr/>
            <p:nvPr/>
          </p:nvSpPr>
          <p:spPr>
            <a:xfrm>
              <a:off x="3408"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1252" name="Google Shape;1252;g2a4cc99e909_1_302"/>
            <p:cNvSpPr/>
            <p:nvPr/>
          </p:nvSpPr>
          <p:spPr>
            <a:xfrm>
              <a:off x="3840"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1253" name="Google Shape;1253;g2a4cc99e909_1_302"/>
            <p:cNvSpPr/>
            <p:nvPr/>
          </p:nvSpPr>
          <p:spPr>
            <a:xfrm>
              <a:off x="3600"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254" name="Google Shape;1254;g2a4cc99e909_1_302"/>
            <p:cNvCxnSpPr/>
            <p:nvPr/>
          </p:nvCxnSpPr>
          <p:spPr>
            <a:xfrm>
              <a:off x="3696"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255" name="Google Shape;1255;g2a4cc99e909_1_302"/>
            <p:cNvCxnSpPr/>
            <p:nvPr/>
          </p:nvCxnSpPr>
          <p:spPr>
            <a:xfrm>
              <a:off x="3840" y="1536"/>
              <a:ext cx="0" cy="300"/>
            </a:xfrm>
            <a:prstGeom prst="straightConnector1">
              <a:avLst/>
            </a:prstGeom>
            <a:noFill/>
            <a:ln w="9525" cap="flat" cmpd="sng">
              <a:solidFill>
                <a:schemeClr val="dk1"/>
              </a:solidFill>
              <a:prstDash val="solid"/>
              <a:miter lim="800000"/>
              <a:headEnd type="none" w="med" len="med"/>
              <a:tailEnd type="none" w="med" len="med"/>
            </a:ln>
          </p:spPr>
        </p:cxnSp>
      </p:grpSp>
      <p:cxnSp>
        <p:nvCxnSpPr>
          <p:cNvPr id="1256" name="Google Shape;1256;g2a4cc99e909_1_302"/>
          <p:cNvCxnSpPr/>
          <p:nvPr/>
        </p:nvCxnSpPr>
        <p:spPr>
          <a:xfrm flipH="1">
            <a:off x="9448900" y="2438400"/>
            <a:ext cx="2031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257" name="Google Shape;1257;g2a4cc99e909_1_302"/>
          <p:cNvCxnSpPr/>
          <p:nvPr/>
        </p:nvCxnSpPr>
        <p:spPr>
          <a:xfrm>
            <a:off x="9956800" y="2438400"/>
            <a:ext cx="304800" cy="304800"/>
          </a:xfrm>
          <a:prstGeom prst="straightConnector1">
            <a:avLst/>
          </a:prstGeom>
          <a:noFill/>
          <a:ln w="9525" cap="flat" cmpd="sng">
            <a:solidFill>
              <a:schemeClr val="dk1"/>
            </a:solidFill>
            <a:prstDash val="solid"/>
            <a:miter lim="800000"/>
            <a:headEnd type="none" w="med" len="med"/>
            <a:tailEnd type="none" w="med" len="med"/>
          </a:ln>
        </p:spPr>
      </p:cxnSp>
      <p:sp>
        <p:nvSpPr>
          <p:cNvPr id="1258" name="Google Shape;1258;g2a4cc99e909_1_302"/>
          <p:cNvSpPr/>
          <p:nvPr/>
        </p:nvSpPr>
        <p:spPr>
          <a:xfrm>
            <a:off x="69088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1259" name="Google Shape;1259;g2a4cc99e909_1_302"/>
          <p:cNvCxnSpPr/>
          <p:nvPr/>
        </p:nvCxnSpPr>
        <p:spPr>
          <a:xfrm flipH="1">
            <a:off x="6705600" y="2438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260" name="Google Shape;1260;g2a4cc99e909_1_302"/>
          <p:cNvCxnSpPr/>
          <p:nvPr/>
        </p:nvCxnSpPr>
        <p:spPr>
          <a:xfrm>
            <a:off x="7416800" y="2438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261" name="Google Shape;1261;g2a4cc99e909_1_302"/>
          <p:cNvSpPr/>
          <p:nvPr/>
        </p:nvSpPr>
        <p:spPr>
          <a:xfrm>
            <a:off x="4876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1262" name="Google Shape;1262;g2a4cc99e909_1_302"/>
          <p:cNvCxnSpPr/>
          <p:nvPr/>
        </p:nvCxnSpPr>
        <p:spPr>
          <a:xfrm flipH="1">
            <a:off x="4673600" y="2438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263" name="Google Shape;1263;g2a4cc99e909_1_302"/>
          <p:cNvCxnSpPr/>
          <p:nvPr/>
        </p:nvCxnSpPr>
        <p:spPr>
          <a:xfrm>
            <a:off x="5384800" y="2438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264" name="Google Shape;1264;g2a4cc99e909_1_302"/>
          <p:cNvSpPr/>
          <p:nvPr/>
        </p:nvSpPr>
        <p:spPr>
          <a:xfrm>
            <a:off x="2844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1265" name="Google Shape;1265;g2a4cc99e909_1_302"/>
          <p:cNvCxnSpPr/>
          <p:nvPr/>
        </p:nvCxnSpPr>
        <p:spPr>
          <a:xfrm flipH="1">
            <a:off x="2641600" y="2438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266" name="Google Shape;1266;g2a4cc99e909_1_302"/>
          <p:cNvCxnSpPr/>
          <p:nvPr/>
        </p:nvCxnSpPr>
        <p:spPr>
          <a:xfrm>
            <a:off x="3352800" y="2438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267" name="Google Shape;1267;g2a4cc99e909_1_302"/>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272"/>
        <p:cNvGrpSpPr/>
        <p:nvPr/>
      </p:nvGrpSpPr>
      <p:grpSpPr>
        <a:xfrm>
          <a:off x="0" y="0"/>
          <a:ext cx="0" cy="0"/>
          <a:chOff x="0" y="0"/>
          <a:chExt cx="0" cy="0"/>
        </a:xfrm>
      </p:grpSpPr>
      <p:sp>
        <p:nvSpPr>
          <p:cNvPr id="1273" name="Google Shape;1273;g2a4cc99e909_1_336"/>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274" name="Google Shape;1274;g2a4cc99e909_1_336"/>
          <p:cNvSpPr/>
          <p:nvPr/>
        </p:nvSpPr>
        <p:spPr>
          <a:xfrm>
            <a:off x="13208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1275" name="Google Shape;1275;g2a4cc99e909_1_336"/>
          <p:cNvSpPr/>
          <p:nvPr/>
        </p:nvSpPr>
        <p:spPr>
          <a:xfrm>
            <a:off x="2336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1276" name="Google Shape;1276;g2a4cc99e909_1_336"/>
          <p:cNvSpPr/>
          <p:nvPr/>
        </p:nvSpPr>
        <p:spPr>
          <a:xfrm>
            <a:off x="3352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1277" name="Google Shape;1277;g2a4cc99e909_1_336"/>
          <p:cNvSpPr/>
          <p:nvPr/>
        </p:nvSpPr>
        <p:spPr>
          <a:xfrm>
            <a:off x="4368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1278" name="Google Shape;1278;g2a4cc99e909_1_336"/>
          <p:cNvSpPr/>
          <p:nvPr/>
        </p:nvSpPr>
        <p:spPr>
          <a:xfrm>
            <a:off x="52832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1279" name="Google Shape;1279;g2a4cc99e909_1_336"/>
          <p:cNvSpPr/>
          <p:nvPr/>
        </p:nvSpPr>
        <p:spPr>
          <a:xfrm>
            <a:off x="8839200" y="3505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1280" name="Google Shape;1280;g2a4cc99e909_1_336"/>
          <p:cNvGrpSpPr/>
          <p:nvPr/>
        </p:nvGrpSpPr>
        <p:grpSpPr>
          <a:xfrm>
            <a:off x="6604000" y="2743200"/>
            <a:ext cx="1549400" cy="1238250"/>
            <a:chOff x="4272" y="1248"/>
            <a:chExt cx="732" cy="780"/>
          </a:xfrm>
        </p:grpSpPr>
        <p:sp>
          <p:nvSpPr>
            <p:cNvPr id="1281" name="Google Shape;1281;g2a4cc99e909_1_336"/>
            <p:cNvSpPr/>
            <p:nvPr/>
          </p:nvSpPr>
          <p:spPr>
            <a:xfrm>
              <a:off x="4272"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1282" name="Google Shape;1282;g2a4cc99e909_1_336"/>
            <p:cNvSpPr/>
            <p:nvPr/>
          </p:nvSpPr>
          <p:spPr>
            <a:xfrm>
              <a:off x="4704"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1283" name="Google Shape;1283;g2a4cc99e909_1_336"/>
            <p:cNvSpPr/>
            <p:nvPr/>
          </p:nvSpPr>
          <p:spPr>
            <a:xfrm>
              <a:off x="4464"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284" name="Google Shape;1284;g2a4cc99e909_1_336"/>
            <p:cNvCxnSpPr/>
            <p:nvPr/>
          </p:nvCxnSpPr>
          <p:spPr>
            <a:xfrm>
              <a:off x="4560"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285" name="Google Shape;1285;g2a4cc99e909_1_336"/>
            <p:cNvCxnSpPr/>
            <p:nvPr/>
          </p:nvCxnSpPr>
          <p:spPr>
            <a:xfrm>
              <a:off x="4704" y="1536"/>
              <a:ext cx="0" cy="300"/>
            </a:xfrm>
            <a:prstGeom prst="straightConnector1">
              <a:avLst/>
            </a:prstGeom>
            <a:noFill/>
            <a:ln w="9525" cap="flat" cmpd="sng">
              <a:solidFill>
                <a:schemeClr val="dk1"/>
              </a:solidFill>
              <a:prstDash val="solid"/>
              <a:miter lim="800000"/>
              <a:headEnd type="none" w="med" len="med"/>
              <a:tailEnd type="none" w="med" len="med"/>
            </a:ln>
          </p:spPr>
        </p:cxnSp>
      </p:grpSp>
      <p:grpSp>
        <p:nvGrpSpPr>
          <p:cNvPr id="1286" name="Google Shape;1286;g2a4cc99e909_1_336"/>
          <p:cNvGrpSpPr/>
          <p:nvPr/>
        </p:nvGrpSpPr>
        <p:grpSpPr>
          <a:xfrm>
            <a:off x="9753600" y="3505200"/>
            <a:ext cx="1549400" cy="1238250"/>
            <a:chOff x="3408" y="1248"/>
            <a:chExt cx="732" cy="780"/>
          </a:xfrm>
        </p:grpSpPr>
        <p:sp>
          <p:nvSpPr>
            <p:cNvPr id="1287" name="Google Shape;1287;g2a4cc99e909_1_336"/>
            <p:cNvSpPr/>
            <p:nvPr/>
          </p:nvSpPr>
          <p:spPr>
            <a:xfrm>
              <a:off x="3408"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1288" name="Google Shape;1288;g2a4cc99e909_1_336"/>
            <p:cNvSpPr/>
            <p:nvPr/>
          </p:nvSpPr>
          <p:spPr>
            <a:xfrm>
              <a:off x="3840"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1289" name="Google Shape;1289;g2a4cc99e909_1_336"/>
            <p:cNvSpPr/>
            <p:nvPr/>
          </p:nvSpPr>
          <p:spPr>
            <a:xfrm>
              <a:off x="3600"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290" name="Google Shape;1290;g2a4cc99e909_1_336"/>
            <p:cNvCxnSpPr/>
            <p:nvPr/>
          </p:nvCxnSpPr>
          <p:spPr>
            <a:xfrm>
              <a:off x="3696"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291" name="Google Shape;1291;g2a4cc99e909_1_336"/>
            <p:cNvCxnSpPr/>
            <p:nvPr/>
          </p:nvCxnSpPr>
          <p:spPr>
            <a:xfrm>
              <a:off x="3840" y="1536"/>
              <a:ext cx="0" cy="300"/>
            </a:xfrm>
            <a:prstGeom prst="straightConnector1">
              <a:avLst/>
            </a:prstGeom>
            <a:noFill/>
            <a:ln w="9525" cap="flat" cmpd="sng">
              <a:solidFill>
                <a:schemeClr val="dk1"/>
              </a:solidFill>
              <a:prstDash val="solid"/>
              <a:miter lim="800000"/>
              <a:headEnd type="none" w="med" len="med"/>
              <a:tailEnd type="none" w="med" len="med"/>
            </a:ln>
          </p:spPr>
        </p:cxnSp>
      </p:grpSp>
      <p:sp>
        <p:nvSpPr>
          <p:cNvPr id="1292" name="Google Shape;1292;g2a4cc99e909_1_336"/>
          <p:cNvSpPr/>
          <p:nvPr/>
        </p:nvSpPr>
        <p:spPr>
          <a:xfrm>
            <a:off x="9448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1293" name="Google Shape;1293;g2a4cc99e909_1_336"/>
          <p:cNvCxnSpPr/>
          <p:nvPr/>
        </p:nvCxnSpPr>
        <p:spPr>
          <a:xfrm flipH="1">
            <a:off x="9245600" y="3200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294" name="Google Shape;1294;g2a4cc99e909_1_336"/>
          <p:cNvCxnSpPr/>
          <p:nvPr/>
        </p:nvCxnSpPr>
        <p:spPr>
          <a:xfrm>
            <a:off x="9956800" y="3200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295" name="Google Shape;1295;g2a4cc99e909_1_336"/>
          <p:cNvSpPr/>
          <p:nvPr/>
        </p:nvSpPr>
        <p:spPr>
          <a:xfrm>
            <a:off x="48768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1296" name="Google Shape;1296;g2a4cc99e909_1_336"/>
          <p:cNvCxnSpPr/>
          <p:nvPr/>
        </p:nvCxnSpPr>
        <p:spPr>
          <a:xfrm flipH="1">
            <a:off x="4673600" y="2438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297" name="Google Shape;1297;g2a4cc99e909_1_336"/>
          <p:cNvCxnSpPr/>
          <p:nvPr/>
        </p:nvCxnSpPr>
        <p:spPr>
          <a:xfrm>
            <a:off x="5384800" y="2438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298" name="Google Shape;1298;g2a4cc99e909_1_336"/>
          <p:cNvSpPr/>
          <p:nvPr/>
        </p:nvSpPr>
        <p:spPr>
          <a:xfrm>
            <a:off x="28448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1299" name="Google Shape;1299;g2a4cc99e909_1_336"/>
          <p:cNvCxnSpPr/>
          <p:nvPr/>
        </p:nvCxnSpPr>
        <p:spPr>
          <a:xfrm flipH="1">
            <a:off x="2641600" y="2438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300" name="Google Shape;1300;g2a4cc99e909_1_336"/>
          <p:cNvCxnSpPr/>
          <p:nvPr/>
        </p:nvCxnSpPr>
        <p:spPr>
          <a:xfrm>
            <a:off x="3352800" y="2438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301" name="Google Shape;1301;g2a4cc99e909_1_336"/>
          <p:cNvSpPr/>
          <p:nvPr/>
        </p:nvSpPr>
        <p:spPr>
          <a:xfrm>
            <a:off x="82296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5</a:t>
            </a:r>
            <a:endParaRPr/>
          </a:p>
        </p:txBody>
      </p:sp>
      <p:cxnSp>
        <p:nvCxnSpPr>
          <p:cNvPr id="1302" name="Google Shape;1302;g2a4cc99e909_1_336"/>
          <p:cNvCxnSpPr/>
          <p:nvPr/>
        </p:nvCxnSpPr>
        <p:spPr>
          <a:xfrm flipH="1">
            <a:off x="7518500" y="2362200"/>
            <a:ext cx="8127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303" name="Google Shape;1303;g2a4cc99e909_1_336"/>
          <p:cNvCxnSpPr/>
          <p:nvPr/>
        </p:nvCxnSpPr>
        <p:spPr>
          <a:xfrm>
            <a:off x="8839200" y="2362200"/>
            <a:ext cx="914400" cy="457200"/>
          </a:xfrm>
          <a:prstGeom prst="straightConnector1">
            <a:avLst/>
          </a:prstGeom>
          <a:noFill/>
          <a:ln w="9525" cap="flat" cmpd="sng">
            <a:solidFill>
              <a:schemeClr val="dk1"/>
            </a:solidFill>
            <a:prstDash val="solid"/>
            <a:miter lim="800000"/>
            <a:headEnd type="none" w="med" len="med"/>
            <a:tailEnd type="none" w="med" len="med"/>
          </a:ln>
        </p:spPr>
      </p:cxnSp>
      <p:sp>
        <p:nvSpPr>
          <p:cNvPr id="1304" name="Google Shape;1304;g2a4cc99e909_1_336"/>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74</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309"/>
        <p:cNvGrpSpPr/>
        <p:nvPr/>
      </p:nvGrpSpPr>
      <p:grpSpPr>
        <a:xfrm>
          <a:off x="0" y="0"/>
          <a:ext cx="0" cy="0"/>
          <a:chOff x="0" y="0"/>
          <a:chExt cx="0" cy="0"/>
        </a:xfrm>
      </p:grpSpPr>
      <p:sp>
        <p:nvSpPr>
          <p:cNvPr id="1310" name="Google Shape;1310;g2a4cc99e909_1_372"/>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311" name="Google Shape;1311;g2a4cc99e909_1_372"/>
          <p:cNvSpPr/>
          <p:nvPr/>
        </p:nvSpPr>
        <p:spPr>
          <a:xfrm>
            <a:off x="1320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1312" name="Google Shape;1312;g2a4cc99e909_1_372"/>
          <p:cNvSpPr/>
          <p:nvPr/>
        </p:nvSpPr>
        <p:spPr>
          <a:xfrm>
            <a:off x="2336800" y="3505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1313" name="Google Shape;1313;g2a4cc99e909_1_372"/>
          <p:cNvSpPr/>
          <p:nvPr/>
        </p:nvSpPr>
        <p:spPr>
          <a:xfrm>
            <a:off x="3352800" y="3505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1314" name="Google Shape;1314;g2a4cc99e909_1_372"/>
          <p:cNvSpPr/>
          <p:nvPr/>
        </p:nvSpPr>
        <p:spPr>
          <a:xfrm>
            <a:off x="4368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1315" name="Google Shape;1315;g2a4cc99e909_1_372"/>
          <p:cNvSpPr/>
          <p:nvPr/>
        </p:nvSpPr>
        <p:spPr>
          <a:xfrm>
            <a:off x="52832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1316" name="Google Shape;1316;g2a4cc99e909_1_372"/>
          <p:cNvSpPr/>
          <p:nvPr/>
        </p:nvSpPr>
        <p:spPr>
          <a:xfrm>
            <a:off x="8839200" y="3505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1317" name="Google Shape;1317;g2a4cc99e909_1_372"/>
          <p:cNvGrpSpPr/>
          <p:nvPr/>
        </p:nvGrpSpPr>
        <p:grpSpPr>
          <a:xfrm>
            <a:off x="6604000" y="2743200"/>
            <a:ext cx="1549400" cy="1238250"/>
            <a:chOff x="4272" y="1248"/>
            <a:chExt cx="732" cy="780"/>
          </a:xfrm>
        </p:grpSpPr>
        <p:sp>
          <p:nvSpPr>
            <p:cNvPr id="1318" name="Google Shape;1318;g2a4cc99e909_1_372"/>
            <p:cNvSpPr/>
            <p:nvPr/>
          </p:nvSpPr>
          <p:spPr>
            <a:xfrm>
              <a:off x="4272"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1319" name="Google Shape;1319;g2a4cc99e909_1_372"/>
            <p:cNvSpPr/>
            <p:nvPr/>
          </p:nvSpPr>
          <p:spPr>
            <a:xfrm>
              <a:off x="4704"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1320" name="Google Shape;1320;g2a4cc99e909_1_372"/>
            <p:cNvSpPr/>
            <p:nvPr/>
          </p:nvSpPr>
          <p:spPr>
            <a:xfrm>
              <a:off x="4464"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321" name="Google Shape;1321;g2a4cc99e909_1_372"/>
            <p:cNvCxnSpPr/>
            <p:nvPr/>
          </p:nvCxnSpPr>
          <p:spPr>
            <a:xfrm>
              <a:off x="4560"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322" name="Google Shape;1322;g2a4cc99e909_1_372"/>
            <p:cNvCxnSpPr/>
            <p:nvPr/>
          </p:nvCxnSpPr>
          <p:spPr>
            <a:xfrm>
              <a:off x="4704" y="1536"/>
              <a:ext cx="0" cy="300"/>
            </a:xfrm>
            <a:prstGeom prst="straightConnector1">
              <a:avLst/>
            </a:prstGeom>
            <a:noFill/>
            <a:ln w="9525" cap="flat" cmpd="sng">
              <a:solidFill>
                <a:schemeClr val="dk1"/>
              </a:solidFill>
              <a:prstDash val="solid"/>
              <a:miter lim="800000"/>
              <a:headEnd type="none" w="med" len="med"/>
              <a:tailEnd type="none" w="med" len="med"/>
            </a:ln>
          </p:spPr>
        </p:cxnSp>
      </p:grpSp>
      <p:grpSp>
        <p:nvGrpSpPr>
          <p:cNvPr id="1323" name="Google Shape;1323;g2a4cc99e909_1_372"/>
          <p:cNvGrpSpPr/>
          <p:nvPr/>
        </p:nvGrpSpPr>
        <p:grpSpPr>
          <a:xfrm>
            <a:off x="9753600" y="3505200"/>
            <a:ext cx="1549400" cy="1238250"/>
            <a:chOff x="3408" y="1248"/>
            <a:chExt cx="732" cy="780"/>
          </a:xfrm>
        </p:grpSpPr>
        <p:sp>
          <p:nvSpPr>
            <p:cNvPr id="1324" name="Google Shape;1324;g2a4cc99e909_1_372"/>
            <p:cNvSpPr/>
            <p:nvPr/>
          </p:nvSpPr>
          <p:spPr>
            <a:xfrm>
              <a:off x="3408"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1325" name="Google Shape;1325;g2a4cc99e909_1_372"/>
            <p:cNvSpPr/>
            <p:nvPr/>
          </p:nvSpPr>
          <p:spPr>
            <a:xfrm>
              <a:off x="3840"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1326" name="Google Shape;1326;g2a4cc99e909_1_372"/>
            <p:cNvSpPr/>
            <p:nvPr/>
          </p:nvSpPr>
          <p:spPr>
            <a:xfrm>
              <a:off x="3600"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327" name="Google Shape;1327;g2a4cc99e909_1_372"/>
            <p:cNvCxnSpPr/>
            <p:nvPr/>
          </p:nvCxnSpPr>
          <p:spPr>
            <a:xfrm>
              <a:off x="3696"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328" name="Google Shape;1328;g2a4cc99e909_1_372"/>
            <p:cNvCxnSpPr/>
            <p:nvPr/>
          </p:nvCxnSpPr>
          <p:spPr>
            <a:xfrm>
              <a:off x="3840" y="1536"/>
              <a:ext cx="0" cy="300"/>
            </a:xfrm>
            <a:prstGeom prst="straightConnector1">
              <a:avLst/>
            </a:prstGeom>
            <a:noFill/>
            <a:ln w="9525" cap="flat" cmpd="sng">
              <a:solidFill>
                <a:schemeClr val="dk1"/>
              </a:solidFill>
              <a:prstDash val="solid"/>
              <a:miter lim="800000"/>
              <a:headEnd type="none" w="med" len="med"/>
              <a:tailEnd type="none" w="med" len="med"/>
            </a:ln>
          </p:spPr>
        </p:cxnSp>
      </p:grpSp>
      <p:sp>
        <p:nvSpPr>
          <p:cNvPr id="1329" name="Google Shape;1329;g2a4cc99e909_1_372"/>
          <p:cNvSpPr/>
          <p:nvPr/>
        </p:nvSpPr>
        <p:spPr>
          <a:xfrm>
            <a:off x="9448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1330" name="Google Shape;1330;g2a4cc99e909_1_372"/>
          <p:cNvCxnSpPr/>
          <p:nvPr/>
        </p:nvCxnSpPr>
        <p:spPr>
          <a:xfrm flipH="1">
            <a:off x="9245600" y="3200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331" name="Google Shape;1331;g2a4cc99e909_1_372"/>
          <p:cNvCxnSpPr/>
          <p:nvPr/>
        </p:nvCxnSpPr>
        <p:spPr>
          <a:xfrm>
            <a:off x="9956800" y="3200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332" name="Google Shape;1332;g2a4cc99e909_1_372"/>
          <p:cNvSpPr/>
          <p:nvPr/>
        </p:nvSpPr>
        <p:spPr>
          <a:xfrm>
            <a:off x="48768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1333" name="Google Shape;1333;g2a4cc99e909_1_372"/>
          <p:cNvCxnSpPr/>
          <p:nvPr/>
        </p:nvCxnSpPr>
        <p:spPr>
          <a:xfrm flipH="1">
            <a:off x="4673600" y="2438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334" name="Google Shape;1334;g2a4cc99e909_1_372"/>
          <p:cNvCxnSpPr/>
          <p:nvPr/>
        </p:nvCxnSpPr>
        <p:spPr>
          <a:xfrm>
            <a:off x="5384800" y="2438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335" name="Google Shape;1335;g2a4cc99e909_1_372"/>
          <p:cNvSpPr/>
          <p:nvPr/>
        </p:nvSpPr>
        <p:spPr>
          <a:xfrm>
            <a:off x="2844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1336" name="Google Shape;1336;g2a4cc99e909_1_372"/>
          <p:cNvCxnSpPr/>
          <p:nvPr/>
        </p:nvCxnSpPr>
        <p:spPr>
          <a:xfrm flipH="1">
            <a:off x="2641600" y="3200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337" name="Google Shape;1337;g2a4cc99e909_1_372"/>
          <p:cNvCxnSpPr/>
          <p:nvPr/>
        </p:nvCxnSpPr>
        <p:spPr>
          <a:xfrm>
            <a:off x="3352800" y="3200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338" name="Google Shape;1338;g2a4cc99e909_1_372"/>
          <p:cNvSpPr/>
          <p:nvPr/>
        </p:nvSpPr>
        <p:spPr>
          <a:xfrm>
            <a:off x="82296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5</a:t>
            </a:r>
            <a:endParaRPr/>
          </a:p>
        </p:txBody>
      </p:sp>
      <p:cxnSp>
        <p:nvCxnSpPr>
          <p:cNvPr id="1339" name="Google Shape;1339;g2a4cc99e909_1_372"/>
          <p:cNvCxnSpPr/>
          <p:nvPr/>
        </p:nvCxnSpPr>
        <p:spPr>
          <a:xfrm flipH="1">
            <a:off x="7518500" y="2362200"/>
            <a:ext cx="8127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340" name="Google Shape;1340;g2a4cc99e909_1_372"/>
          <p:cNvCxnSpPr/>
          <p:nvPr/>
        </p:nvCxnSpPr>
        <p:spPr>
          <a:xfrm>
            <a:off x="8839200" y="2362200"/>
            <a:ext cx="914400" cy="457200"/>
          </a:xfrm>
          <a:prstGeom prst="straightConnector1">
            <a:avLst/>
          </a:prstGeom>
          <a:noFill/>
          <a:ln w="9525" cap="flat" cmpd="sng">
            <a:solidFill>
              <a:schemeClr val="dk1"/>
            </a:solidFill>
            <a:prstDash val="solid"/>
            <a:miter lim="800000"/>
            <a:headEnd type="none" w="med" len="med"/>
            <a:tailEnd type="none" w="med" len="med"/>
          </a:ln>
        </p:spPr>
      </p:cxnSp>
      <p:sp>
        <p:nvSpPr>
          <p:cNvPr id="1341" name="Google Shape;1341;g2a4cc99e909_1_372"/>
          <p:cNvSpPr/>
          <p:nvPr/>
        </p:nvSpPr>
        <p:spPr>
          <a:xfrm>
            <a:off x="2032000" y="1981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7</a:t>
            </a:r>
            <a:endParaRPr/>
          </a:p>
        </p:txBody>
      </p:sp>
      <p:cxnSp>
        <p:nvCxnSpPr>
          <p:cNvPr id="1342" name="Google Shape;1342;g2a4cc99e909_1_372"/>
          <p:cNvCxnSpPr/>
          <p:nvPr/>
        </p:nvCxnSpPr>
        <p:spPr>
          <a:xfrm flipH="1">
            <a:off x="1828700" y="2438400"/>
            <a:ext cx="4065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343" name="Google Shape;1343;g2a4cc99e909_1_372"/>
          <p:cNvCxnSpPr/>
          <p:nvPr/>
        </p:nvCxnSpPr>
        <p:spPr>
          <a:xfrm>
            <a:off x="2540000" y="2438400"/>
            <a:ext cx="507900" cy="381000"/>
          </a:xfrm>
          <a:prstGeom prst="straightConnector1">
            <a:avLst/>
          </a:prstGeom>
          <a:noFill/>
          <a:ln w="9525" cap="flat" cmpd="sng">
            <a:solidFill>
              <a:schemeClr val="dk1"/>
            </a:solidFill>
            <a:prstDash val="solid"/>
            <a:miter lim="800000"/>
            <a:headEnd type="none" w="med" len="med"/>
            <a:tailEnd type="none" w="med" len="med"/>
          </a:ln>
        </p:spPr>
      </p:cxnSp>
      <p:sp>
        <p:nvSpPr>
          <p:cNvPr id="1344" name="Google Shape;1344;g2a4cc99e909_1_372"/>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75</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349"/>
        <p:cNvGrpSpPr/>
        <p:nvPr/>
      </p:nvGrpSpPr>
      <p:grpSpPr>
        <a:xfrm>
          <a:off x="0" y="0"/>
          <a:ext cx="0" cy="0"/>
          <a:chOff x="0" y="0"/>
          <a:chExt cx="0" cy="0"/>
        </a:xfrm>
      </p:grpSpPr>
      <p:sp>
        <p:nvSpPr>
          <p:cNvPr id="1350" name="Google Shape;1350;g2a4cc99e909_1_411"/>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351" name="Google Shape;1351;g2a4cc99e909_1_411"/>
          <p:cNvSpPr/>
          <p:nvPr/>
        </p:nvSpPr>
        <p:spPr>
          <a:xfrm>
            <a:off x="1320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1352" name="Google Shape;1352;g2a4cc99e909_1_411"/>
          <p:cNvSpPr/>
          <p:nvPr/>
        </p:nvSpPr>
        <p:spPr>
          <a:xfrm>
            <a:off x="2336800" y="3505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1353" name="Google Shape;1353;g2a4cc99e909_1_411"/>
          <p:cNvSpPr/>
          <p:nvPr/>
        </p:nvSpPr>
        <p:spPr>
          <a:xfrm>
            <a:off x="3352800" y="3505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1354" name="Google Shape;1354;g2a4cc99e909_1_411"/>
          <p:cNvSpPr/>
          <p:nvPr/>
        </p:nvSpPr>
        <p:spPr>
          <a:xfrm>
            <a:off x="4368800" y="3505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1355" name="Google Shape;1355;g2a4cc99e909_1_411"/>
          <p:cNvSpPr/>
          <p:nvPr/>
        </p:nvSpPr>
        <p:spPr>
          <a:xfrm>
            <a:off x="5283200" y="3505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1356" name="Google Shape;1356;g2a4cc99e909_1_411"/>
          <p:cNvSpPr/>
          <p:nvPr/>
        </p:nvSpPr>
        <p:spPr>
          <a:xfrm>
            <a:off x="8839200" y="4267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1357" name="Google Shape;1357;g2a4cc99e909_1_411"/>
          <p:cNvGrpSpPr/>
          <p:nvPr/>
        </p:nvGrpSpPr>
        <p:grpSpPr>
          <a:xfrm>
            <a:off x="6604000" y="3505200"/>
            <a:ext cx="1549400" cy="1238250"/>
            <a:chOff x="4272" y="1248"/>
            <a:chExt cx="732" cy="780"/>
          </a:xfrm>
        </p:grpSpPr>
        <p:sp>
          <p:nvSpPr>
            <p:cNvPr id="1358" name="Google Shape;1358;g2a4cc99e909_1_411"/>
            <p:cNvSpPr/>
            <p:nvPr/>
          </p:nvSpPr>
          <p:spPr>
            <a:xfrm>
              <a:off x="4272"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1359" name="Google Shape;1359;g2a4cc99e909_1_411"/>
            <p:cNvSpPr/>
            <p:nvPr/>
          </p:nvSpPr>
          <p:spPr>
            <a:xfrm>
              <a:off x="4704"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1360" name="Google Shape;1360;g2a4cc99e909_1_411"/>
            <p:cNvSpPr/>
            <p:nvPr/>
          </p:nvSpPr>
          <p:spPr>
            <a:xfrm>
              <a:off x="4464"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361" name="Google Shape;1361;g2a4cc99e909_1_411"/>
            <p:cNvCxnSpPr/>
            <p:nvPr/>
          </p:nvCxnSpPr>
          <p:spPr>
            <a:xfrm>
              <a:off x="4560"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362" name="Google Shape;1362;g2a4cc99e909_1_411"/>
            <p:cNvCxnSpPr/>
            <p:nvPr/>
          </p:nvCxnSpPr>
          <p:spPr>
            <a:xfrm>
              <a:off x="4704" y="1536"/>
              <a:ext cx="0" cy="300"/>
            </a:xfrm>
            <a:prstGeom prst="straightConnector1">
              <a:avLst/>
            </a:prstGeom>
            <a:noFill/>
            <a:ln w="9525" cap="flat" cmpd="sng">
              <a:solidFill>
                <a:schemeClr val="dk1"/>
              </a:solidFill>
              <a:prstDash val="solid"/>
              <a:miter lim="800000"/>
              <a:headEnd type="none" w="med" len="med"/>
              <a:tailEnd type="none" w="med" len="med"/>
            </a:ln>
          </p:spPr>
        </p:cxnSp>
      </p:grpSp>
      <p:grpSp>
        <p:nvGrpSpPr>
          <p:cNvPr id="1363" name="Google Shape;1363;g2a4cc99e909_1_411"/>
          <p:cNvGrpSpPr/>
          <p:nvPr/>
        </p:nvGrpSpPr>
        <p:grpSpPr>
          <a:xfrm>
            <a:off x="9753600" y="4267200"/>
            <a:ext cx="1549400" cy="1238250"/>
            <a:chOff x="3408" y="1248"/>
            <a:chExt cx="732" cy="780"/>
          </a:xfrm>
        </p:grpSpPr>
        <p:sp>
          <p:nvSpPr>
            <p:cNvPr id="1364" name="Google Shape;1364;g2a4cc99e909_1_411"/>
            <p:cNvSpPr/>
            <p:nvPr/>
          </p:nvSpPr>
          <p:spPr>
            <a:xfrm>
              <a:off x="3408"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1365" name="Google Shape;1365;g2a4cc99e909_1_411"/>
            <p:cNvSpPr/>
            <p:nvPr/>
          </p:nvSpPr>
          <p:spPr>
            <a:xfrm>
              <a:off x="3840"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1366" name="Google Shape;1366;g2a4cc99e909_1_411"/>
            <p:cNvSpPr/>
            <p:nvPr/>
          </p:nvSpPr>
          <p:spPr>
            <a:xfrm>
              <a:off x="3600"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367" name="Google Shape;1367;g2a4cc99e909_1_411"/>
            <p:cNvCxnSpPr/>
            <p:nvPr/>
          </p:nvCxnSpPr>
          <p:spPr>
            <a:xfrm>
              <a:off x="3696"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368" name="Google Shape;1368;g2a4cc99e909_1_411"/>
            <p:cNvCxnSpPr/>
            <p:nvPr/>
          </p:nvCxnSpPr>
          <p:spPr>
            <a:xfrm>
              <a:off x="3840" y="1536"/>
              <a:ext cx="0" cy="300"/>
            </a:xfrm>
            <a:prstGeom prst="straightConnector1">
              <a:avLst/>
            </a:prstGeom>
            <a:noFill/>
            <a:ln w="9525" cap="flat" cmpd="sng">
              <a:solidFill>
                <a:schemeClr val="dk1"/>
              </a:solidFill>
              <a:prstDash val="solid"/>
              <a:miter lim="800000"/>
              <a:headEnd type="none" w="med" len="med"/>
              <a:tailEnd type="none" w="med" len="med"/>
            </a:ln>
          </p:spPr>
        </p:cxnSp>
      </p:grpSp>
      <p:sp>
        <p:nvSpPr>
          <p:cNvPr id="1369" name="Google Shape;1369;g2a4cc99e909_1_411"/>
          <p:cNvSpPr/>
          <p:nvPr/>
        </p:nvSpPr>
        <p:spPr>
          <a:xfrm>
            <a:off x="9448800" y="3505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1370" name="Google Shape;1370;g2a4cc99e909_1_411"/>
          <p:cNvCxnSpPr/>
          <p:nvPr/>
        </p:nvCxnSpPr>
        <p:spPr>
          <a:xfrm flipH="1">
            <a:off x="9245600" y="3962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371" name="Google Shape;1371;g2a4cc99e909_1_411"/>
          <p:cNvCxnSpPr/>
          <p:nvPr/>
        </p:nvCxnSpPr>
        <p:spPr>
          <a:xfrm>
            <a:off x="9956800" y="3962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372" name="Google Shape;1372;g2a4cc99e909_1_411"/>
          <p:cNvSpPr/>
          <p:nvPr/>
        </p:nvSpPr>
        <p:spPr>
          <a:xfrm>
            <a:off x="4876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1373" name="Google Shape;1373;g2a4cc99e909_1_411"/>
          <p:cNvCxnSpPr/>
          <p:nvPr/>
        </p:nvCxnSpPr>
        <p:spPr>
          <a:xfrm flipH="1">
            <a:off x="4673600" y="3200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374" name="Google Shape;1374;g2a4cc99e909_1_411"/>
          <p:cNvCxnSpPr/>
          <p:nvPr/>
        </p:nvCxnSpPr>
        <p:spPr>
          <a:xfrm>
            <a:off x="5384800" y="3200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375" name="Google Shape;1375;g2a4cc99e909_1_411"/>
          <p:cNvSpPr/>
          <p:nvPr/>
        </p:nvSpPr>
        <p:spPr>
          <a:xfrm>
            <a:off x="28448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1376" name="Google Shape;1376;g2a4cc99e909_1_411"/>
          <p:cNvCxnSpPr/>
          <p:nvPr/>
        </p:nvCxnSpPr>
        <p:spPr>
          <a:xfrm flipH="1">
            <a:off x="2641600" y="3200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377" name="Google Shape;1377;g2a4cc99e909_1_411"/>
          <p:cNvCxnSpPr/>
          <p:nvPr/>
        </p:nvCxnSpPr>
        <p:spPr>
          <a:xfrm>
            <a:off x="3352800" y="3200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378" name="Google Shape;1378;g2a4cc99e909_1_411"/>
          <p:cNvSpPr/>
          <p:nvPr/>
        </p:nvSpPr>
        <p:spPr>
          <a:xfrm>
            <a:off x="82296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5</a:t>
            </a:r>
            <a:endParaRPr/>
          </a:p>
        </p:txBody>
      </p:sp>
      <p:cxnSp>
        <p:nvCxnSpPr>
          <p:cNvPr id="1379" name="Google Shape;1379;g2a4cc99e909_1_411"/>
          <p:cNvCxnSpPr/>
          <p:nvPr/>
        </p:nvCxnSpPr>
        <p:spPr>
          <a:xfrm flipH="1">
            <a:off x="7518500" y="3124200"/>
            <a:ext cx="8127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380" name="Google Shape;1380;g2a4cc99e909_1_411"/>
          <p:cNvCxnSpPr/>
          <p:nvPr/>
        </p:nvCxnSpPr>
        <p:spPr>
          <a:xfrm>
            <a:off x="8839200" y="3124200"/>
            <a:ext cx="914400" cy="457200"/>
          </a:xfrm>
          <a:prstGeom prst="straightConnector1">
            <a:avLst/>
          </a:prstGeom>
          <a:noFill/>
          <a:ln w="9525" cap="flat" cmpd="sng">
            <a:solidFill>
              <a:schemeClr val="dk1"/>
            </a:solidFill>
            <a:prstDash val="solid"/>
            <a:miter lim="800000"/>
            <a:headEnd type="none" w="med" len="med"/>
            <a:tailEnd type="none" w="med" len="med"/>
          </a:ln>
        </p:spPr>
      </p:cxnSp>
      <p:sp>
        <p:nvSpPr>
          <p:cNvPr id="1381" name="Google Shape;1381;g2a4cc99e909_1_411"/>
          <p:cNvSpPr/>
          <p:nvPr/>
        </p:nvSpPr>
        <p:spPr>
          <a:xfrm>
            <a:off x="20320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7</a:t>
            </a:r>
            <a:endParaRPr/>
          </a:p>
        </p:txBody>
      </p:sp>
      <p:cxnSp>
        <p:nvCxnSpPr>
          <p:cNvPr id="1382" name="Google Shape;1382;g2a4cc99e909_1_411"/>
          <p:cNvCxnSpPr/>
          <p:nvPr/>
        </p:nvCxnSpPr>
        <p:spPr>
          <a:xfrm flipH="1">
            <a:off x="1828700" y="2438400"/>
            <a:ext cx="4065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383" name="Google Shape;1383;g2a4cc99e909_1_411"/>
          <p:cNvCxnSpPr/>
          <p:nvPr/>
        </p:nvCxnSpPr>
        <p:spPr>
          <a:xfrm>
            <a:off x="2540000" y="2438400"/>
            <a:ext cx="507900" cy="381000"/>
          </a:xfrm>
          <a:prstGeom prst="straightConnector1">
            <a:avLst/>
          </a:prstGeom>
          <a:noFill/>
          <a:ln w="9525" cap="flat" cmpd="sng">
            <a:solidFill>
              <a:schemeClr val="dk1"/>
            </a:solidFill>
            <a:prstDash val="solid"/>
            <a:miter lim="800000"/>
            <a:headEnd type="none" w="med" len="med"/>
            <a:tailEnd type="none" w="med" len="med"/>
          </a:ln>
        </p:spPr>
      </p:cxnSp>
      <p:sp>
        <p:nvSpPr>
          <p:cNvPr id="1384" name="Google Shape;1384;g2a4cc99e909_1_411"/>
          <p:cNvSpPr/>
          <p:nvPr/>
        </p:nvSpPr>
        <p:spPr>
          <a:xfrm>
            <a:off x="6502400" y="1981200"/>
            <a:ext cx="711300" cy="533400"/>
          </a:xfrm>
          <a:prstGeom prst="ellipse">
            <a:avLst/>
          </a:prstGeom>
          <a:solidFill>
            <a:srgbClr val="FF33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9</a:t>
            </a:r>
            <a:endParaRPr/>
          </a:p>
        </p:txBody>
      </p:sp>
      <p:cxnSp>
        <p:nvCxnSpPr>
          <p:cNvPr id="1385" name="Google Shape;1385;g2a4cc99e909_1_411"/>
          <p:cNvCxnSpPr/>
          <p:nvPr/>
        </p:nvCxnSpPr>
        <p:spPr>
          <a:xfrm flipH="1">
            <a:off x="5384800" y="2362200"/>
            <a:ext cx="12192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386" name="Google Shape;1386;g2a4cc99e909_1_411"/>
          <p:cNvCxnSpPr/>
          <p:nvPr/>
        </p:nvCxnSpPr>
        <p:spPr>
          <a:xfrm>
            <a:off x="7112000" y="2362200"/>
            <a:ext cx="1219200" cy="457200"/>
          </a:xfrm>
          <a:prstGeom prst="straightConnector1">
            <a:avLst/>
          </a:prstGeom>
          <a:noFill/>
          <a:ln w="9525" cap="flat" cmpd="sng">
            <a:solidFill>
              <a:schemeClr val="dk1"/>
            </a:solidFill>
            <a:prstDash val="solid"/>
            <a:miter lim="800000"/>
            <a:headEnd type="none" w="med" len="med"/>
            <a:tailEnd type="none" w="med" len="med"/>
          </a:ln>
        </p:spPr>
      </p:cxnSp>
      <p:sp>
        <p:nvSpPr>
          <p:cNvPr id="1387" name="Google Shape;1387;g2a4cc99e909_1_411"/>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76</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392"/>
        <p:cNvGrpSpPr/>
        <p:nvPr/>
      </p:nvGrpSpPr>
      <p:grpSpPr>
        <a:xfrm>
          <a:off x="0" y="0"/>
          <a:ext cx="0" cy="0"/>
          <a:chOff x="0" y="0"/>
          <a:chExt cx="0" cy="0"/>
        </a:xfrm>
      </p:grpSpPr>
      <p:sp>
        <p:nvSpPr>
          <p:cNvPr id="1393" name="Google Shape;1393;g2a4cc99e909_1_453"/>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394" name="Google Shape;1394;g2a4cc99e909_1_453"/>
          <p:cNvSpPr/>
          <p:nvPr/>
        </p:nvSpPr>
        <p:spPr>
          <a:xfrm>
            <a:off x="1320800" y="3505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1395" name="Google Shape;1395;g2a4cc99e909_1_453"/>
          <p:cNvSpPr/>
          <p:nvPr/>
        </p:nvSpPr>
        <p:spPr>
          <a:xfrm>
            <a:off x="2336800" y="4267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1396" name="Google Shape;1396;g2a4cc99e909_1_453"/>
          <p:cNvSpPr/>
          <p:nvPr/>
        </p:nvSpPr>
        <p:spPr>
          <a:xfrm>
            <a:off x="3352800" y="4267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1397" name="Google Shape;1397;g2a4cc99e909_1_453"/>
          <p:cNvSpPr/>
          <p:nvPr/>
        </p:nvSpPr>
        <p:spPr>
          <a:xfrm>
            <a:off x="4368800" y="4267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1398" name="Google Shape;1398;g2a4cc99e909_1_453"/>
          <p:cNvSpPr/>
          <p:nvPr/>
        </p:nvSpPr>
        <p:spPr>
          <a:xfrm>
            <a:off x="5283200" y="4267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1399" name="Google Shape;1399;g2a4cc99e909_1_453"/>
          <p:cNvSpPr/>
          <p:nvPr/>
        </p:nvSpPr>
        <p:spPr>
          <a:xfrm>
            <a:off x="8839200" y="5029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1400" name="Google Shape;1400;g2a4cc99e909_1_453"/>
          <p:cNvGrpSpPr/>
          <p:nvPr/>
        </p:nvGrpSpPr>
        <p:grpSpPr>
          <a:xfrm>
            <a:off x="6604000" y="4267200"/>
            <a:ext cx="1549400" cy="1238250"/>
            <a:chOff x="4272" y="1248"/>
            <a:chExt cx="732" cy="780"/>
          </a:xfrm>
        </p:grpSpPr>
        <p:sp>
          <p:nvSpPr>
            <p:cNvPr id="1401" name="Google Shape;1401;g2a4cc99e909_1_453"/>
            <p:cNvSpPr/>
            <p:nvPr/>
          </p:nvSpPr>
          <p:spPr>
            <a:xfrm>
              <a:off x="4272"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1402" name="Google Shape;1402;g2a4cc99e909_1_453"/>
            <p:cNvSpPr/>
            <p:nvPr/>
          </p:nvSpPr>
          <p:spPr>
            <a:xfrm>
              <a:off x="4704"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1403" name="Google Shape;1403;g2a4cc99e909_1_453"/>
            <p:cNvSpPr/>
            <p:nvPr/>
          </p:nvSpPr>
          <p:spPr>
            <a:xfrm>
              <a:off x="4464"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404" name="Google Shape;1404;g2a4cc99e909_1_453"/>
            <p:cNvCxnSpPr/>
            <p:nvPr/>
          </p:nvCxnSpPr>
          <p:spPr>
            <a:xfrm>
              <a:off x="4560"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405" name="Google Shape;1405;g2a4cc99e909_1_453"/>
            <p:cNvCxnSpPr/>
            <p:nvPr/>
          </p:nvCxnSpPr>
          <p:spPr>
            <a:xfrm>
              <a:off x="4704" y="1536"/>
              <a:ext cx="0" cy="300"/>
            </a:xfrm>
            <a:prstGeom prst="straightConnector1">
              <a:avLst/>
            </a:prstGeom>
            <a:noFill/>
            <a:ln w="9525" cap="flat" cmpd="sng">
              <a:solidFill>
                <a:schemeClr val="dk1"/>
              </a:solidFill>
              <a:prstDash val="solid"/>
              <a:miter lim="800000"/>
              <a:headEnd type="none" w="med" len="med"/>
              <a:tailEnd type="none" w="med" len="med"/>
            </a:ln>
          </p:spPr>
        </p:cxnSp>
      </p:grpSp>
      <p:grpSp>
        <p:nvGrpSpPr>
          <p:cNvPr id="1406" name="Google Shape;1406;g2a4cc99e909_1_453"/>
          <p:cNvGrpSpPr/>
          <p:nvPr/>
        </p:nvGrpSpPr>
        <p:grpSpPr>
          <a:xfrm>
            <a:off x="9753600" y="5029200"/>
            <a:ext cx="1549400" cy="1238250"/>
            <a:chOff x="3408" y="1248"/>
            <a:chExt cx="732" cy="780"/>
          </a:xfrm>
        </p:grpSpPr>
        <p:sp>
          <p:nvSpPr>
            <p:cNvPr id="1407" name="Google Shape;1407;g2a4cc99e909_1_453"/>
            <p:cNvSpPr/>
            <p:nvPr/>
          </p:nvSpPr>
          <p:spPr>
            <a:xfrm>
              <a:off x="3408"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1408" name="Google Shape;1408;g2a4cc99e909_1_453"/>
            <p:cNvSpPr/>
            <p:nvPr/>
          </p:nvSpPr>
          <p:spPr>
            <a:xfrm>
              <a:off x="3840"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1409" name="Google Shape;1409;g2a4cc99e909_1_453"/>
            <p:cNvSpPr/>
            <p:nvPr/>
          </p:nvSpPr>
          <p:spPr>
            <a:xfrm>
              <a:off x="3600"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410" name="Google Shape;1410;g2a4cc99e909_1_453"/>
            <p:cNvCxnSpPr/>
            <p:nvPr/>
          </p:nvCxnSpPr>
          <p:spPr>
            <a:xfrm>
              <a:off x="3696"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411" name="Google Shape;1411;g2a4cc99e909_1_453"/>
            <p:cNvCxnSpPr/>
            <p:nvPr/>
          </p:nvCxnSpPr>
          <p:spPr>
            <a:xfrm>
              <a:off x="3840" y="1536"/>
              <a:ext cx="0" cy="300"/>
            </a:xfrm>
            <a:prstGeom prst="straightConnector1">
              <a:avLst/>
            </a:prstGeom>
            <a:noFill/>
            <a:ln w="9525" cap="flat" cmpd="sng">
              <a:solidFill>
                <a:schemeClr val="dk1"/>
              </a:solidFill>
              <a:prstDash val="solid"/>
              <a:miter lim="800000"/>
              <a:headEnd type="none" w="med" len="med"/>
              <a:tailEnd type="none" w="med" len="med"/>
            </a:ln>
          </p:spPr>
        </p:cxnSp>
      </p:grpSp>
      <p:sp>
        <p:nvSpPr>
          <p:cNvPr id="1412" name="Google Shape;1412;g2a4cc99e909_1_453"/>
          <p:cNvSpPr/>
          <p:nvPr/>
        </p:nvSpPr>
        <p:spPr>
          <a:xfrm>
            <a:off x="9448800" y="4267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1413" name="Google Shape;1413;g2a4cc99e909_1_453"/>
          <p:cNvCxnSpPr/>
          <p:nvPr/>
        </p:nvCxnSpPr>
        <p:spPr>
          <a:xfrm flipH="1">
            <a:off x="9245600" y="4724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414" name="Google Shape;1414;g2a4cc99e909_1_453"/>
          <p:cNvCxnSpPr/>
          <p:nvPr/>
        </p:nvCxnSpPr>
        <p:spPr>
          <a:xfrm>
            <a:off x="9956800" y="4724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415" name="Google Shape;1415;g2a4cc99e909_1_453"/>
          <p:cNvSpPr/>
          <p:nvPr/>
        </p:nvSpPr>
        <p:spPr>
          <a:xfrm>
            <a:off x="4876800" y="3505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1416" name="Google Shape;1416;g2a4cc99e909_1_453"/>
          <p:cNvCxnSpPr/>
          <p:nvPr/>
        </p:nvCxnSpPr>
        <p:spPr>
          <a:xfrm flipH="1">
            <a:off x="4673600" y="3962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417" name="Google Shape;1417;g2a4cc99e909_1_453"/>
          <p:cNvCxnSpPr/>
          <p:nvPr/>
        </p:nvCxnSpPr>
        <p:spPr>
          <a:xfrm>
            <a:off x="5384800" y="3962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418" name="Google Shape;1418;g2a4cc99e909_1_453"/>
          <p:cNvSpPr/>
          <p:nvPr/>
        </p:nvSpPr>
        <p:spPr>
          <a:xfrm>
            <a:off x="2844800" y="3505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1419" name="Google Shape;1419;g2a4cc99e909_1_453"/>
          <p:cNvCxnSpPr/>
          <p:nvPr/>
        </p:nvCxnSpPr>
        <p:spPr>
          <a:xfrm flipH="1">
            <a:off x="2641600" y="39624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420" name="Google Shape;1420;g2a4cc99e909_1_453"/>
          <p:cNvCxnSpPr/>
          <p:nvPr/>
        </p:nvCxnSpPr>
        <p:spPr>
          <a:xfrm>
            <a:off x="3352800" y="39624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421" name="Google Shape;1421;g2a4cc99e909_1_453"/>
          <p:cNvSpPr/>
          <p:nvPr/>
        </p:nvSpPr>
        <p:spPr>
          <a:xfrm>
            <a:off x="8229600" y="3505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5</a:t>
            </a:r>
            <a:endParaRPr/>
          </a:p>
        </p:txBody>
      </p:sp>
      <p:cxnSp>
        <p:nvCxnSpPr>
          <p:cNvPr id="1422" name="Google Shape;1422;g2a4cc99e909_1_453"/>
          <p:cNvCxnSpPr/>
          <p:nvPr/>
        </p:nvCxnSpPr>
        <p:spPr>
          <a:xfrm flipH="1">
            <a:off x="7518500" y="3886200"/>
            <a:ext cx="8127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423" name="Google Shape;1423;g2a4cc99e909_1_453"/>
          <p:cNvCxnSpPr/>
          <p:nvPr/>
        </p:nvCxnSpPr>
        <p:spPr>
          <a:xfrm>
            <a:off x="8839200" y="3886200"/>
            <a:ext cx="914400" cy="457200"/>
          </a:xfrm>
          <a:prstGeom prst="straightConnector1">
            <a:avLst/>
          </a:prstGeom>
          <a:noFill/>
          <a:ln w="9525" cap="flat" cmpd="sng">
            <a:solidFill>
              <a:schemeClr val="dk1"/>
            </a:solidFill>
            <a:prstDash val="solid"/>
            <a:miter lim="800000"/>
            <a:headEnd type="none" w="med" len="med"/>
            <a:tailEnd type="none" w="med" len="med"/>
          </a:ln>
        </p:spPr>
      </p:cxnSp>
      <p:sp>
        <p:nvSpPr>
          <p:cNvPr id="1424" name="Google Shape;1424;g2a4cc99e909_1_453"/>
          <p:cNvSpPr/>
          <p:nvPr/>
        </p:nvSpPr>
        <p:spPr>
          <a:xfrm>
            <a:off x="20320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7</a:t>
            </a:r>
            <a:endParaRPr/>
          </a:p>
        </p:txBody>
      </p:sp>
      <p:cxnSp>
        <p:nvCxnSpPr>
          <p:cNvPr id="1425" name="Google Shape;1425;g2a4cc99e909_1_453"/>
          <p:cNvCxnSpPr/>
          <p:nvPr/>
        </p:nvCxnSpPr>
        <p:spPr>
          <a:xfrm flipH="1">
            <a:off x="1828700" y="3200400"/>
            <a:ext cx="4065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426" name="Google Shape;1426;g2a4cc99e909_1_453"/>
          <p:cNvCxnSpPr/>
          <p:nvPr/>
        </p:nvCxnSpPr>
        <p:spPr>
          <a:xfrm>
            <a:off x="2540000" y="3200400"/>
            <a:ext cx="507900" cy="381000"/>
          </a:xfrm>
          <a:prstGeom prst="straightConnector1">
            <a:avLst/>
          </a:prstGeom>
          <a:noFill/>
          <a:ln w="9525" cap="flat" cmpd="sng">
            <a:solidFill>
              <a:schemeClr val="dk1"/>
            </a:solidFill>
            <a:prstDash val="solid"/>
            <a:miter lim="800000"/>
            <a:headEnd type="none" w="med" len="med"/>
            <a:tailEnd type="none" w="med" len="med"/>
          </a:ln>
        </p:spPr>
      </p:cxnSp>
      <p:sp>
        <p:nvSpPr>
          <p:cNvPr id="1427" name="Google Shape;1427;g2a4cc99e909_1_453"/>
          <p:cNvSpPr/>
          <p:nvPr/>
        </p:nvSpPr>
        <p:spPr>
          <a:xfrm>
            <a:off x="6502400" y="27432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9</a:t>
            </a:r>
            <a:endParaRPr/>
          </a:p>
        </p:txBody>
      </p:sp>
      <p:cxnSp>
        <p:nvCxnSpPr>
          <p:cNvPr id="1428" name="Google Shape;1428;g2a4cc99e909_1_453"/>
          <p:cNvCxnSpPr/>
          <p:nvPr/>
        </p:nvCxnSpPr>
        <p:spPr>
          <a:xfrm flipH="1">
            <a:off x="5384800" y="3124200"/>
            <a:ext cx="12192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429" name="Google Shape;1429;g2a4cc99e909_1_453"/>
          <p:cNvCxnSpPr/>
          <p:nvPr/>
        </p:nvCxnSpPr>
        <p:spPr>
          <a:xfrm>
            <a:off x="7112000" y="3124200"/>
            <a:ext cx="1219200" cy="457200"/>
          </a:xfrm>
          <a:prstGeom prst="straightConnector1">
            <a:avLst/>
          </a:prstGeom>
          <a:noFill/>
          <a:ln w="9525" cap="flat" cmpd="sng">
            <a:solidFill>
              <a:schemeClr val="dk1"/>
            </a:solidFill>
            <a:prstDash val="solid"/>
            <a:miter lim="800000"/>
            <a:headEnd type="none" w="med" len="med"/>
            <a:tailEnd type="none" w="med" len="med"/>
          </a:ln>
        </p:spPr>
      </p:cxnSp>
      <p:sp>
        <p:nvSpPr>
          <p:cNvPr id="1430" name="Google Shape;1430;g2a4cc99e909_1_453"/>
          <p:cNvSpPr/>
          <p:nvPr/>
        </p:nvSpPr>
        <p:spPr>
          <a:xfrm>
            <a:off x="4470400" y="20574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16</a:t>
            </a:r>
            <a:endParaRPr/>
          </a:p>
        </p:txBody>
      </p:sp>
      <p:cxnSp>
        <p:nvCxnSpPr>
          <p:cNvPr id="1431" name="Google Shape;1431;g2a4cc99e909_1_453"/>
          <p:cNvCxnSpPr/>
          <p:nvPr/>
        </p:nvCxnSpPr>
        <p:spPr>
          <a:xfrm flipH="1">
            <a:off x="2641600" y="2438400"/>
            <a:ext cx="18288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432" name="Google Shape;1432;g2a4cc99e909_1_453"/>
          <p:cNvCxnSpPr/>
          <p:nvPr/>
        </p:nvCxnSpPr>
        <p:spPr>
          <a:xfrm>
            <a:off x="5181600" y="2438400"/>
            <a:ext cx="1422300" cy="457200"/>
          </a:xfrm>
          <a:prstGeom prst="straightConnector1">
            <a:avLst/>
          </a:prstGeom>
          <a:noFill/>
          <a:ln w="9525" cap="flat" cmpd="sng">
            <a:solidFill>
              <a:schemeClr val="dk1"/>
            </a:solidFill>
            <a:prstDash val="solid"/>
            <a:miter lim="800000"/>
            <a:headEnd type="none" w="med" len="med"/>
            <a:tailEnd type="none" w="med" len="med"/>
          </a:ln>
        </p:spPr>
      </p:cxnSp>
      <p:sp>
        <p:nvSpPr>
          <p:cNvPr id="1433" name="Google Shape;1433;g2a4cc99e909_1_453"/>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77</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438"/>
        <p:cNvGrpSpPr/>
        <p:nvPr/>
      </p:nvGrpSpPr>
      <p:grpSpPr>
        <a:xfrm>
          <a:off x="0" y="0"/>
          <a:ext cx="0" cy="0"/>
          <a:chOff x="0" y="0"/>
          <a:chExt cx="0" cy="0"/>
        </a:xfrm>
      </p:grpSpPr>
      <p:sp>
        <p:nvSpPr>
          <p:cNvPr id="1439" name="Google Shape;1439;g2a4cc99e909_1_498"/>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440" name="Google Shape;1440;g2a4cc99e909_1_498"/>
          <p:cNvSpPr txBox="1">
            <a:spLocks noGrp="1"/>
          </p:cNvSpPr>
          <p:nvPr>
            <p:ph type="body" idx="1"/>
          </p:nvPr>
        </p:nvSpPr>
        <p:spPr>
          <a:xfrm>
            <a:off x="1463040" y="1845734"/>
            <a:ext cx="13411200" cy="40233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Now we assign codes to the tree by placing a 0 on every left branch and a 1 on every right branch</a:t>
            </a:r>
            <a:endParaRPr/>
          </a:p>
          <a:p>
            <a:pPr marL="342900" lvl="0" indent="-236220" algn="l" rtl="0">
              <a:lnSpc>
                <a:spcPct val="9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236220" algn="l" rtl="0">
              <a:lnSpc>
                <a:spcPct val="9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A traversal of the tree from root to leaf give the Huffman code for that particular leaf character</a:t>
            </a:r>
            <a:endParaRPr/>
          </a:p>
          <a:p>
            <a:pPr marL="342900" lvl="0" indent="-236220" algn="l" rtl="0">
              <a:lnSpc>
                <a:spcPct val="9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236220" algn="l" rtl="0">
              <a:lnSpc>
                <a:spcPct val="9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Note that no code is the prefix of another code</a:t>
            </a:r>
            <a:endParaRPr/>
          </a:p>
        </p:txBody>
      </p:sp>
      <p:sp>
        <p:nvSpPr>
          <p:cNvPr id="1441" name="Google Shape;1441;g2a4cc99e909_1_498"/>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78</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446"/>
        <p:cNvGrpSpPr/>
        <p:nvPr/>
      </p:nvGrpSpPr>
      <p:grpSpPr>
        <a:xfrm>
          <a:off x="0" y="0"/>
          <a:ext cx="0" cy="0"/>
          <a:chOff x="0" y="0"/>
          <a:chExt cx="0" cy="0"/>
        </a:xfrm>
      </p:grpSpPr>
      <p:sp>
        <p:nvSpPr>
          <p:cNvPr id="1447" name="Google Shape;1447;g2a4cc99e909_1_505"/>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448" name="Google Shape;1448;g2a4cc99e909_1_505"/>
          <p:cNvSpPr/>
          <p:nvPr/>
        </p:nvSpPr>
        <p:spPr>
          <a:xfrm>
            <a:off x="203200" y="28956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e,3</a:t>
            </a:r>
            <a:endParaRPr/>
          </a:p>
        </p:txBody>
      </p:sp>
      <p:sp>
        <p:nvSpPr>
          <p:cNvPr id="1449" name="Google Shape;1449;g2a4cc99e909_1_505"/>
          <p:cNvSpPr/>
          <p:nvPr/>
        </p:nvSpPr>
        <p:spPr>
          <a:xfrm>
            <a:off x="1219200" y="36576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d,2</a:t>
            </a:r>
            <a:endParaRPr/>
          </a:p>
        </p:txBody>
      </p:sp>
      <p:sp>
        <p:nvSpPr>
          <p:cNvPr id="1450" name="Google Shape;1450;g2a4cc99e909_1_505"/>
          <p:cNvSpPr/>
          <p:nvPr/>
        </p:nvSpPr>
        <p:spPr>
          <a:xfrm>
            <a:off x="2235200" y="36576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u,2</a:t>
            </a:r>
            <a:endParaRPr/>
          </a:p>
        </p:txBody>
      </p:sp>
      <p:sp>
        <p:nvSpPr>
          <p:cNvPr id="1451" name="Google Shape;1451;g2a4cc99e909_1_505"/>
          <p:cNvSpPr/>
          <p:nvPr/>
        </p:nvSpPr>
        <p:spPr>
          <a:xfrm>
            <a:off x="3251200" y="36576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l,2</a:t>
            </a:r>
            <a:endParaRPr/>
          </a:p>
        </p:txBody>
      </p:sp>
      <p:sp>
        <p:nvSpPr>
          <p:cNvPr id="1452" name="Google Shape;1452;g2a4cc99e909_1_505"/>
          <p:cNvSpPr/>
          <p:nvPr/>
        </p:nvSpPr>
        <p:spPr>
          <a:xfrm>
            <a:off x="4165600" y="36576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sp,2</a:t>
            </a:r>
            <a:endParaRPr/>
          </a:p>
        </p:txBody>
      </p:sp>
      <p:sp>
        <p:nvSpPr>
          <p:cNvPr id="1453" name="Google Shape;1453;g2a4cc99e909_1_505"/>
          <p:cNvSpPr/>
          <p:nvPr/>
        </p:nvSpPr>
        <p:spPr>
          <a:xfrm>
            <a:off x="7721600" y="44196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k,1</a:t>
            </a:r>
            <a:endParaRPr/>
          </a:p>
        </p:txBody>
      </p:sp>
      <p:grpSp>
        <p:nvGrpSpPr>
          <p:cNvPr id="1454" name="Google Shape;1454;g2a4cc99e909_1_505"/>
          <p:cNvGrpSpPr/>
          <p:nvPr/>
        </p:nvGrpSpPr>
        <p:grpSpPr>
          <a:xfrm>
            <a:off x="5486400" y="3657600"/>
            <a:ext cx="1549400" cy="1238250"/>
            <a:chOff x="4272" y="1248"/>
            <a:chExt cx="732" cy="780"/>
          </a:xfrm>
        </p:grpSpPr>
        <p:sp>
          <p:nvSpPr>
            <p:cNvPr id="1455" name="Google Shape;1455;g2a4cc99e909_1_505"/>
            <p:cNvSpPr/>
            <p:nvPr/>
          </p:nvSpPr>
          <p:spPr>
            <a:xfrm>
              <a:off x="4272"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i,1</a:t>
              </a:r>
              <a:endParaRPr/>
            </a:p>
          </p:txBody>
        </p:sp>
        <p:sp>
          <p:nvSpPr>
            <p:cNvPr id="1456" name="Google Shape;1456;g2a4cc99e909_1_505"/>
            <p:cNvSpPr/>
            <p:nvPr/>
          </p:nvSpPr>
          <p:spPr>
            <a:xfrm>
              <a:off x="4704"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s,1</a:t>
              </a:r>
              <a:endParaRPr/>
            </a:p>
          </p:txBody>
        </p:sp>
        <p:sp>
          <p:nvSpPr>
            <p:cNvPr id="1457" name="Google Shape;1457;g2a4cc99e909_1_505"/>
            <p:cNvSpPr/>
            <p:nvPr/>
          </p:nvSpPr>
          <p:spPr>
            <a:xfrm>
              <a:off x="4464"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458" name="Google Shape;1458;g2a4cc99e909_1_505"/>
            <p:cNvCxnSpPr/>
            <p:nvPr/>
          </p:nvCxnSpPr>
          <p:spPr>
            <a:xfrm>
              <a:off x="4560"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459" name="Google Shape;1459;g2a4cc99e909_1_505"/>
            <p:cNvCxnSpPr/>
            <p:nvPr/>
          </p:nvCxnSpPr>
          <p:spPr>
            <a:xfrm>
              <a:off x="4704" y="1536"/>
              <a:ext cx="0" cy="300"/>
            </a:xfrm>
            <a:prstGeom prst="straightConnector1">
              <a:avLst/>
            </a:prstGeom>
            <a:noFill/>
            <a:ln w="9525" cap="flat" cmpd="sng">
              <a:solidFill>
                <a:schemeClr val="dk1"/>
              </a:solidFill>
              <a:prstDash val="solid"/>
              <a:miter lim="800000"/>
              <a:headEnd type="none" w="med" len="med"/>
              <a:tailEnd type="none" w="med" len="med"/>
            </a:ln>
          </p:spPr>
        </p:cxnSp>
      </p:grpSp>
      <p:grpSp>
        <p:nvGrpSpPr>
          <p:cNvPr id="1460" name="Google Shape;1460;g2a4cc99e909_1_505"/>
          <p:cNvGrpSpPr/>
          <p:nvPr/>
        </p:nvGrpSpPr>
        <p:grpSpPr>
          <a:xfrm>
            <a:off x="8636000" y="4419600"/>
            <a:ext cx="1549400" cy="1238250"/>
            <a:chOff x="3408" y="1248"/>
            <a:chExt cx="732" cy="780"/>
          </a:xfrm>
        </p:grpSpPr>
        <p:sp>
          <p:nvSpPr>
            <p:cNvPr id="1461" name="Google Shape;1461;g2a4cc99e909_1_505"/>
            <p:cNvSpPr/>
            <p:nvPr/>
          </p:nvSpPr>
          <p:spPr>
            <a:xfrm>
              <a:off x="3408"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b,1</a:t>
              </a:r>
              <a:endParaRPr/>
            </a:p>
          </p:txBody>
        </p:sp>
        <p:sp>
          <p:nvSpPr>
            <p:cNvPr id="1462" name="Google Shape;1462;g2a4cc99e909_1_505"/>
            <p:cNvSpPr/>
            <p:nvPr/>
          </p:nvSpPr>
          <p:spPr>
            <a:xfrm>
              <a:off x="3840" y="172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v,1</a:t>
              </a:r>
              <a:endParaRPr/>
            </a:p>
          </p:txBody>
        </p:sp>
        <p:sp>
          <p:nvSpPr>
            <p:cNvPr id="1463" name="Google Shape;1463;g2a4cc99e909_1_505"/>
            <p:cNvSpPr/>
            <p:nvPr/>
          </p:nvSpPr>
          <p:spPr>
            <a:xfrm>
              <a:off x="3600" y="1248"/>
              <a:ext cx="300" cy="3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2</a:t>
              </a:r>
              <a:endParaRPr/>
            </a:p>
          </p:txBody>
        </p:sp>
        <p:cxnSp>
          <p:nvCxnSpPr>
            <p:cNvPr id="1464" name="Google Shape;1464;g2a4cc99e909_1_505"/>
            <p:cNvCxnSpPr/>
            <p:nvPr/>
          </p:nvCxnSpPr>
          <p:spPr>
            <a:xfrm>
              <a:off x="3696" y="1536"/>
              <a:ext cx="0" cy="300"/>
            </a:xfrm>
            <a:prstGeom prst="straightConnector1">
              <a:avLst/>
            </a:prstGeom>
            <a:noFill/>
            <a:ln w="9525" cap="flat" cmpd="sng">
              <a:solidFill>
                <a:schemeClr val="dk1"/>
              </a:solidFill>
              <a:prstDash val="solid"/>
              <a:miter lim="800000"/>
              <a:headEnd type="none" w="med" len="med"/>
              <a:tailEnd type="none" w="med" len="med"/>
            </a:ln>
          </p:spPr>
        </p:cxnSp>
        <p:cxnSp>
          <p:nvCxnSpPr>
            <p:cNvPr id="1465" name="Google Shape;1465;g2a4cc99e909_1_505"/>
            <p:cNvCxnSpPr/>
            <p:nvPr/>
          </p:nvCxnSpPr>
          <p:spPr>
            <a:xfrm>
              <a:off x="3840" y="1536"/>
              <a:ext cx="0" cy="300"/>
            </a:xfrm>
            <a:prstGeom prst="straightConnector1">
              <a:avLst/>
            </a:prstGeom>
            <a:noFill/>
            <a:ln w="9525" cap="flat" cmpd="sng">
              <a:solidFill>
                <a:schemeClr val="dk1"/>
              </a:solidFill>
              <a:prstDash val="solid"/>
              <a:miter lim="800000"/>
              <a:headEnd type="none" w="med" len="med"/>
              <a:tailEnd type="none" w="med" len="med"/>
            </a:ln>
          </p:spPr>
        </p:cxnSp>
      </p:grpSp>
      <p:sp>
        <p:nvSpPr>
          <p:cNvPr id="1466" name="Google Shape;1466;g2a4cc99e909_1_505"/>
          <p:cNvSpPr/>
          <p:nvPr/>
        </p:nvSpPr>
        <p:spPr>
          <a:xfrm>
            <a:off x="8331200" y="36576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3</a:t>
            </a:r>
            <a:endParaRPr/>
          </a:p>
        </p:txBody>
      </p:sp>
      <p:cxnSp>
        <p:nvCxnSpPr>
          <p:cNvPr id="1467" name="Google Shape;1467;g2a4cc99e909_1_505"/>
          <p:cNvCxnSpPr/>
          <p:nvPr/>
        </p:nvCxnSpPr>
        <p:spPr>
          <a:xfrm flipH="1">
            <a:off x="8128000" y="41148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468" name="Google Shape;1468;g2a4cc99e909_1_505"/>
          <p:cNvCxnSpPr/>
          <p:nvPr/>
        </p:nvCxnSpPr>
        <p:spPr>
          <a:xfrm>
            <a:off x="8839200" y="41148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469" name="Google Shape;1469;g2a4cc99e909_1_505"/>
          <p:cNvSpPr/>
          <p:nvPr/>
        </p:nvSpPr>
        <p:spPr>
          <a:xfrm>
            <a:off x="3759200" y="28956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1470" name="Google Shape;1470;g2a4cc99e909_1_505"/>
          <p:cNvCxnSpPr/>
          <p:nvPr/>
        </p:nvCxnSpPr>
        <p:spPr>
          <a:xfrm flipH="1">
            <a:off x="3556000" y="33528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471" name="Google Shape;1471;g2a4cc99e909_1_505"/>
          <p:cNvCxnSpPr/>
          <p:nvPr/>
        </p:nvCxnSpPr>
        <p:spPr>
          <a:xfrm>
            <a:off x="4267200" y="33528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472" name="Google Shape;1472;g2a4cc99e909_1_505"/>
          <p:cNvSpPr/>
          <p:nvPr/>
        </p:nvSpPr>
        <p:spPr>
          <a:xfrm>
            <a:off x="1727200" y="28956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4</a:t>
            </a:r>
            <a:endParaRPr/>
          </a:p>
        </p:txBody>
      </p:sp>
      <p:cxnSp>
        <p:nvCxnSpPr>
          <p:cNvPr id="1473" name="Google Shape;1473;g2a4cc99e909_1_505"/>
          <p:cNvCxnSpPr/>
          <p:nvPr/>
        </p:nvCxnSpPr>
        <p:spPr>
          <a:xfrm flipH="1">
            <a:off x="1524000" y="3352800"/>
            <a:ext cx="3048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474" name="Google Shape;1474;g2a4cc99e909_1_505"/>
          <p:cNvCxnSpPr/>
          <p:nvPr/>
        </p:nvCxnSpPr>
        <p:spPr>
          <a:xfrm>
            <a:off x="2235200" y="3352800"/>
            <a:ext cx="304800" cy="381000"/>
          </a:xfrm>
          <a:prstGeom prst="straightConnector1">
            <a:avLst/>
          </a:prstGeom>
          <a:noFill/>
          <a:ln w="9525" cap="flat" cmpd="sng">
            <a:solidFill>
              <a:schemeClr val="dk1"/>
            </a:solidFill>
            <a:prstDash val="solid"/>
            <a:miter lim="800000"/>
            <a:headEnd type="none" w="med" len="med"/>
            <a:tailEnd type="none" w="med" len="med"/>
          </a:ln>
        </p:spPr>
      </p:cxnSp>
      <p:sp>
        <p:nvSpPr>
          <p:cNvPr id="1475" name="Google Shape;1475;g2a4cc99e909_1_505"/>
          <p:cNvSpPr/>
          <p:nvPr/>
        </p:nvSpPr>
        <p:spPr>
          <a:xfrm>
            <a:off x="7112000" y="28956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5</a:t>
            </a:r>
            <a:endParaRPr/>
          </a:p>
        </p:txBody>
      </p:sp>
      <p:cxnSp>
        <p:nvCxnSpPr>
          <p:cNvPr id="1476" name="Google Shape;1476;g2a4cc99e909_1_505"/>
          <p:cNvCxnSpPr/>
          <p:nvPr/>
        </p:nvCxnSpPr>
        <p:spPr>
          <a:xfrm flipH="1">
            <a:off x="6400900" y="3276600"/>
            <a:ext cx="8127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477" name="Google Shape;1477;g2a4cc99e909_1_505"/>
          <p:cNvCxnSpPr/>
          <p:nvPr/>
        </p:nvCxnSpPr>
        <p:spPr>
          <a:xfrm>
            <a:off x="7721600" y="3276600"/>
            <a:ext cx="914400" cy="457200"/>
          </a:xfrm>
          <a:prstGeom prst="straightConnector1">
            <a:avLst/>
          </a:prstGeom>
          <a:noFill/>
          <a:ln w="9525" cap="flat" cmpd="sng">
            <a:solidFill>
              <a:schemeClr val="dk1"/>
            </a:solidFill>
            <a:prstDash val="solid"/>
            <a:miter lim="800000"/>
            <a:headEnd type="none" w="med" len="med"/>
            <a:tailEnd type="none" w="med" len="med"/>
          </a:ln>
        </p:spPr>
      </p:cxnSp>
      <p:sp>
        <p:nvSpPr>
          <p:cNvPr id="1478" name="Google Shape;1478;g2a4cc99e909_1_505"/>
          <p:cNvSpPr/>
          <p:nvPr/>
        </p:nvSpPr>
        <p:spPr>
          <a:xfrm>
            <a:off x="914400" y="21336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7</a:t>
            </a:r>
            <a:endParaRPr/>
          </a:p>
        </p:txBody>
      </p:sp>
      <p:cxnSp>
        <p:nvCxnSpPr>
          <p:cNvPr id="1479" name="Google Shape;1479;g2a4cc99e909_1_505"/>
          <p:cNvCxnSpPr/>
          <p:nvPr/>
        </p:nvCxnSpPr>
        <p:spPr>
          <a:xfrm flipH="1">
            <a:off x="711100" y="2590800"/>
            <a:ext cx="406500" cy="381000"/>
          </a:xfrm>
          <a:prstGeom prst="straightConnector1">
            <a:avLst/>
          </a:prstGeom>
          <a:noFill/>
          <a:ln w="9525" cap="flat" cmpd="sng">
            <a:solidFill>
              <a:schemeClr val="dk1"/>
            </a:solidFill>
            <a:prstDash val="solid"/>
            <a:miter lim="800000"/>
            <a:headEnd type="none" w="med" len="med"/>
            <a:tailEnd type="none" w="med" len="med"/>
          </a:ln>
        </p:spPr>
      </p:cxnSp>
      <p:cxnSp>
        <p:nvCxnSpPr>
          <p:cNvPr id="1480" name="Google Shape;1480;g2a4cc99e909_1_505"/>
          <p:cNvCxnSpPr/>
          <p:nvPr/>
        </p:nvCxnSpPr>
        <p:spPr>
          <a:xfrm>
            <a:off x="1422400" y="2590800"/>
            <a:ext cx="507900" cy="381000"/>
          </a:xfrm>
          <a:prstGeom prst="straightConnector1">
            <a:avLst/>
          </a:prstGeom>
          <a:noFill/>
          <a:ln w="9525" cap="flat" cmpd="sng">
            <a:solidFill>
              <a:schemeClr val="dk1"/>
            </a:solidFill>
            <a:prstDash val="solid"/>
            <a:miter lim="800000"/>
            <a:headEnd type="none" w="med" len="med"/>
            <a:tailEnd type="none" w="med" len="med"/>
          </a:ln>
        </p:spPr>
      </p:cxnSp>
      <p:sp>
        <p:nvSpPr>
          <p:cNvPr id="1481" name="Google Shape;1481;g2a4cc99e909_1_505"/>
          <p:cNvSpPr/>
          <p:nvPr/>
        </p:nvSpPr>
        <p:spPr>
          <a:xfrm>
            <a:off x="5384800" y="21336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9</a:t>
            </a:r>
            <a:endParaRPr/>
          </a:p>
        </p:txBody>
      </p:sp>
      <p:cxnSp>
        <p:nvCxnSpPr>
          <p:cNvPr id="1482" name="Google Shape;1482;g2a4cc99e909_1_505"/>
          <p:cNvCxnSpPr/>
          <p:nvPr/>
        </p:nvCxnSpPr>
        <p:spPr>
          <a:xfrm flipH="1">
            <a:off x="4267200" y="2514600"/>
            <a:ext cx="12192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483" name="Google Shape;1483;g2a4cc99e909_1_505"/>
          <p:cNvCxnSpPr/>
          <p:nvPr/>
        </p:nvCxnSpPr>
        <p:spPr>
          <a:xfrm>
            <a:off x="5994400" y="2514600"/>
            <a:ext cx="1219200" cy="457200"/>
          </a:xfrm>
          <a:prstGeom prst="straightConnector1">
            <a:avLst/>
          </a:prstGeom>
          <a:noFill/>
          <a:ln w="9525" cap="flat" cmpd="sng">
            <a:solidFill>
              <a:schemeClr val="dk1"/>
            </a:solidFill>
            <a:prstDash val="solid"/>
            <a:miter lim="800000"/>
            <a:headEnd type="none" w="med" len="med"/>
            <a:tailEnd type="none" w="med" len="med"/>
          </a:ln>
        </p:spPr>
      </p:cxnSp>
      <p:sp>
        <p:nvSpPr>
          <p:cNvPr id="1484" name="Google Shape;1484;g2a4cc99e909_1_505"/>
          <p:cNvSpPr/>
          <p:nvPr/>
        </p:nvSpPr>
        <p:spPr>
          <a:xfrm>
            <a:off x="3352800" y="1447800"/>
            <a:ext cx="711300" cy="5334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16</a:t>
            </a:r>
            <a:endParaRPr/>
          </a:p>
        </p:txBody>
      </p:sp>
      <p:cxnSp>
        <p:nvCxnSpPr>
          <p:cNvPr id="1485" name="Google Shape;1485;g2a4cc99e909_1_505"/>
          <p:cNvCxnSpPr/>
          <p:nvPr/>
        </p:nvCxnSpPr>
        <p:spPr>
          <a:xfrm flipH="1">
            <a:off x="1524000" y="1828800"/>
            <a:ext cx="18288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486" name="Google Shape;1486;g2a4cc99e909_1_505"/>
          <p:cNvCxnSpPr/>
          <p:nvPr/>
        </p:nvCxnSpPr>
        <p:spPr>
          <a:xfrm>
            <a:off x="4064000" y="1828800"/>
            <a:ext cx="1422300" cy="457200"/>
          </a:xfrm>
          <a:prstGeom prst="straightConnector1">
            <a:avLst/>
          </a:prstGeom>
          <a:noFill/>
          <a:ln w="9525" cap="flat" cmpd="sng">
            <a:solidFill>
              <a:schemeClr val="dk1"/>
            </a:solidFill>
            <a:prstDash val="solid"/>
            <a:miter lim="800000"/>
            <a:headEnd type="none" w="med" len="med"/>
            <a:tailEnd type="none" w="med" len="med"/>
          </a:ln>
        </p:spPr>
      </p:cxnSp>
      <p:sp>
        <p:nvSpPr>
          <p:cNvPr id="1487" name="Google Shape;1487;g2a4cc99e909_1_505"/>
          <p:cNvSpPr/>
          <p:nvPr/>
        </p:nvSpPr>
        <p:spPr>
          <a:xfrm>
            <a:off x="609600" y="2514600"/>
            <a:ext cx="3048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1488" name="Google Shape;1488;g2a4cc99e909_1_505"/>
          <p:cNvSpPr/>
          <p:nvPr/>
        </p:nvSpPr>
        <p:spPr>
          <a:xfrm>
            <a:off x="4572000" y="1676400"/>
            <a:ext cx="2032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1489" name="Google Shape;1489;g2a4cc99e909_1_505"/>
          <p:cNvSpPr/>
          <p:nvPr/>
        </p:nvSpPr>
        <p:spPr>
          <a:xfrm>
            <a:off x="2438400" y="1676400"/>
            <a:ext cx="3048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1490" name="Google Shape;1490;g2a4cc99e909_1_505"/>
          <p:cNvSpPr/>
          <p:nvPr/>
        </p:nvSpPr>
        <p:spPr>
          <a:xfrm>
            <a:off x="1320800" y="3276600"/>
            <a:ext cx="3048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1491" name="Google Shape;1491;g2a4cc99e909_1_505"/>
          <p:cNvSpPr/>
          <p:nvPr/>
        </p:nvSpPr>
        <p:spPr>
          <a:xfrm>
            <a:off x="3454400" y="3276600"/>
            <a:ext cx="3048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1492" name="Google Shape;1492;g2a4cc99e909_1_505"/>
          <p:cNvSpPr/>
          <p:nvPr/>
        </p:nvSpPr>
        <p:spPr>
          <a:xfrm>
            <a:off x="4673600" y="2438400"/>
            <a:ext cx="3048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1493" name="Google Shape;1493;g2a4cc99e909_1_505"/>
          <p:cNvSpPr/>
          <p:nvPr/>
        </p:nvSpPr>
        <p:spPr>
          <a:xfrm>
            <a:off x="6604000" y="3276600"/>
            <a:ext cx="3048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1494" name="Google Shape;1494;g2a4cc99e909_1_505"/>
          <p:cNvSpPr/>
          <p:nvPr/>
        </p:nvSpPr>
        <p:spPr>
          <a:xfrm>
            <a:off x="5689600" y="4114800"/>
            <a:ext cx="3048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1495" name="Google Shape;1495;g2a4cc99e909_1_505"/>
          <p:cNvSpPr/>
          <p:nvPr/>
        </p:nvSpPr>
        <p:spPr>
          <a:xfrm>
            <a:off x="7924800" y="4038600"/>
            <a:ext cx="3048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1496" name="Google Shape;1496;g2a4cc99e909_1_505"/>
          <p:cNvSpPr/>
          <p:nvPr/>
        </p:nvSpPr>
        <p:spPr>
          <a:xfrm>
            <a:off x="8839200" y="4876800"/>
            <a:ext cx="3048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0 </a:t>
            </a:r>
          </a:p>
        </p:txBody>
      </p:sp>
      <p:sp>
        <p:nvSpPr>
          <p:cNvPr id="1497" name="Google Shape;1497;g2a4cc99e909_1_505"/>
          <p:cNvSpPr/>
          <p:nvPr/>
        </p:nvSpPr>
        <p:spPr>
          <a:xfrm>
            <a:off x="1727200" y="2514600"/>
            <a:ext cx="2032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1498" name="Google Shape;1498;g2a4cc99e909_1_505"/>
          <p:cNvSpPr/>
          <p:nvPr/>
        </p:nvSpPr>
        <p:spPr>
          <a:xfrm>
            <a:off x="2438400" y="3276600"/>
            <a:ext cx="2032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1499" name="Google Shape;1499;g2a4cc99e909_1_505"/>
          <p:cNvSpPr/>
          <p:nvPr/>
        </p:nvSpPr>
        <p:spPr>
          <a:xfrm>
            <a:off x="4470400" y="3276600"/>
            <a:ext cx="2032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1500" name="Google Shape;1500;g2a4cc99e909_1_505"/>
          <p:cNvSpPr/>
          <p:nvPr/>
        </p:nvSpPr>
        <p:spPr>
          <a:xfrm>
            <a:off x="6502400" y="2438400"/>
            <a:ext cx="2032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1501" name="Google Shape;1501;g2a4cc99e909_1_505"/>
          <p:cNvSpPr/>
          <p:nvPr/>
        </p:nvSpPr>
        <p:spPr>
          <a:xfrm>
            <a:off x="8026400" y="3200400"/>
            <a:ext cx="2032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1502" name="Google Shape;1502;g2a4cc99e909_1_505"/>
          <p:cNvSpPr/>
          <p:nvPr/>
        </p:nvSpPr>
        <p:spPr>
          <a:xfrm>
            <a:off x="9042400" y="4114800"/>
            <a:ext cx="2032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1503" name="Google Shape;1503;g2a4cc99e909_1_505"/>
          <p:cNvSpPr/>
          <p:nvPr/>
        </p:nvSpPr>
        <p:spPr>
          <a:xfrm>
            <a:off x="9753600" y="4800600"/>
            <a:ext cx="2032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graphicFrame>
        <p:nvGraphicFramePr>
          <p:cNvPr id="1504" name="Google Shape;1504;g2a4cc99e909_1_505"/>
          <p:cNvGraphicFramePr/>
          <p:nvPr/>
        </p:nvGraphicFramePr>
        <p:xfrm>
          <a:off x="10058400" y="1066800"/>
          <a:ext cx="3000000" cy="3000000"/>
        </p:xfrm>
        <a:graphic>
          <a:graphicData uri="http://schemas.openxmlformats.org/drawingml/2006/table">
            <a:tbl>
              <a:tblPr>
                <a:noFill/>
                <a:tableStyleId>{A62084FA-2C5B-40B7-A6BF-7A6510BCF7B6}</a:tableStyleId>
              </a:tblPr>
              <a:tblGrid>
                <a:gridCol w="6096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tblGrid>
              <a:tr h="3968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e</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00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952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d</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010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968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u</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011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952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l</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100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968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sp</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101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968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i</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1100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952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s</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1101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968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k</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1110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952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b</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11110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396875">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v</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strike="noStrike" cap="none">
                          <a:solidFill>
                            <a:schemeClr val="dk1"/>
                          </a:solidFill>
                          <a:latin typeface="Times New Roman"/>
                          <a:ea typeface="Times New Roman"/>
                          <a:cs typeface="Times New Roman"/>
                          <a:sym typeface="Times New Roman"/>
                        </a:rPr>
                        <a:t>11111</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
        <p:nvSpPr>
          <p:cNvPr id="1505" name="Google Shape;1505;g2a4cc99e909_1_505"/>
          <p:cNvSpPr/>
          <p:nvPr/>
        </p:nvSpPr>
        <p:spPr>
          <a:xfrm>
            <a:off x="6604000" y="4114800"/>
            <a:ext cx="203200" cy="304800"/>
          </a:xfrm>
          <a:prstGeom prst="rect">
            <a:avLst/>
          </a:prstGeom>
        </p:spPr>
        <p:txBody>
          <a:bodyPr>
            <a:prstTxWarp prst="textPlain">
              <a:avLst/>
            </a:prstTxWarp>
          </a:bodyPr>
          <a:lstStyle/>
          <a:p>
            <a:pPr lvl="0" algn="l"/>
            <a:r>
              <a:rPr b="0" i="0">
                <a:ln w="9525" cap="flat" cmpd="sng">
                  <a:solidFill>
                    <a:srgbClr val="000000"/>
                  </a:solidFill>
                  <a:prstDash val="solid"/>
                  <a:miter lim="800000"/>
                  <a:headEnd type="none" w="sm" len="sm"/>
                  <a:tailEnd type="none" w="sm" len="sm"/>
                </a:ln>
                <a:solidFill>
                  <a:schemeClr val="dk1"/>
                </a:solidFill>
                <a:latin typeface="Arial Black"/>
              </a:rPr>
              <a:t>1 </a:t>
            </a:r>
          </a:p>
        </p:txBody>
      </p:sp>
      <p:sp>
        <p:nvSpPr>
          <p:cNvPr id="1506" name="Google Shape;1506;g2a4cc99e909_1_505"/>
          <p:cNvSpPr txBox="1"/>
          <p:nvPr/>
        </p:nvSpPr>
        <p:spPr>
          <a:xfrm>
            <a:off x="711200" y="5638800"/>
            <a:ext cx="69087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0" i="0" u="none">
                <a:solidFill>
                  <a:schemeClr val="dk1"/>
                </a:solidFill>
                <a:latin typeface="Times New Roman"/>
                <a:ea typeface="Times New Roman"/>
                <a:cs typeface="Times New Roman"/>
                <a:sym typeface="Times New Roman"/>
              </a:rPr>
              <a:t> * Using variable length encoding</a:t>
            </a:r>
            <a:endParaRPr/>
          </a:p>
        </p:txBody>
      </p:sp>
      <p:sp>
        <p:nvSpPr>
          <p:cNvPr id="1507" name="Google Shape;1507;g2a4cc99e909_1_505"/>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511"/>
        <p:cNvGrpSpPr/>
        <p:nvPr/>
      </p:nvGrpSpPr>
      <p:grpSpPr>
        <a:xfrm>
          <a:off x="0" y="0"/>
          <a:ext cx="0" cy="0"/>
          <a:chOff x="0" y="0"/>
          <a:chExt cx="0" cy="0"/>
        </a:xfrm>
      </p:grpSpPr>
      <p:sp>
        <p:nvSpPr>
          <p:cNvPr id="1512" name="Google Shape;1512;g2a4cc99e909_1_570"/>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Encoding </a:t>
            </a:r>
            <a:r>
              <a:rPr lang="en-US" sz="2000" b="0" i="0" u="none">
                <a:solidFill>
                  <a:srgbClr val="993300"/>
                </a:solidFill>
                <a:latin typeface="Times New Roman"/>
                <a:ea typeface="Times New Roman"/>
                <a:cs typeface="Times New Roman"/>
                <a:sym typeface="Times New Roman"/>
              </a:rPr>
              <a:t>cormen</a:t>
            </a:r>
            <a:endParaRPr/>
          </a:p>
        </p:txBody>
      </p:sp>
      <p:sp>
        <p:nvSpPr>
          <p:cNvPr id="1513" name="Google Shape;1513;g2a4cc99e909_1_570"/>
          <p:cNvSpPr txBox="1">
            <a:spLocks noGrp="1"/>
          </p:cNvSpPr>
          <p:nvPr>
            <p:ph type="body" idx="1"/>
          </p:nvPr>
        </p:nvSpPr>
        <p:spPr>
          <a:xfrm>
            <a:off x="508000" y="1143000"/>
            <a:ext cx="11432100" cy="4761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HUFFMAN (C )</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1. n= |C|</a:t>
            </a:r>
            <a:endParaRPr/>
          </a:p>
          <a:p>
            <a:pPr marL="342900" marR="0" lvl="0" indent="-342900" algn="l" rtl="0">
              <a:lnSpc>
                <a:spcPct val="100000"/>
              </a:lnSpc>
              <a:spcBef>
                <a:spcPts val="400"/>
              </a:spcBef>
              <a:spcAft>
                <a:spcPts val="0"/>
              </a:spcAft>
              <a:buClr>
                <a:schemeClr val="folHlink"/>
              </a:buClr>
              <a:buSzPts val="1200"/>
              <a:buFont typeface="Noto Sans Symbols"/>
              <a:buNone/>
            </a:pPr>
            <a:r>
              <a:rPr lang="en-US" sz="2000" b="0" i="0" u="none">
                <a:solidFill>
                  <a:schemeClr val="dk1"/>
                </a:solidFill>
                <a:latin typeface="Times New Roman"/>
                <a:ea typeface="Times New Roman"/>
                <a:cs typeface="Times New Roman"/>
                <a:sym typeface="Times New Roman"/>
              </a:rPr>
              <a:t>//</a:t>
            </a:r>
            <a:r>
              <a:rPr lang="en-US" sz="1800" b="0" i="0" u="none">
                <a:solidFill>
                  <a:schemeClr val="dk1"/>
                </a:solidFill>
                <a:latin typeface="Times New Roman"/>
                <a:ea typeface="Times New Roman"/>
                <a:cs typeface="Times New Roman"/>
                <a:sym typeface="Times New Roman"/>
              </a:rPr>
              <a:t>initializes the min-priority queue Q with the characters in C</a:t>
            </a:r>
            <a:endParaRPr/>
          </a:p>
          <a:p>
            <a:pPr marL="342900" marR="0" lvl="0" indent="-342900" algn="l" rtl="0">
              <a:lnSpc>
                <a:spcPct val="100000"/>
              </a:lnSpc>
              <a:spcBef>
                <a:spcPts val="48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2. Q = C                                                                         </a:t>
            </a:r>
            <a:r>
              <a:rPr lang="en-US" sz="2400" b="0" i="0" u="none">
                <a:solidFill>
                  <a:schemeClr val="accent2"/>
                </a:solidFill>
                <a:latin typeface="Trebuchet MS"/>
                <a:ea typeface="Trebuchet MS"/>
                <a:cs typeface="Trebuchet MS"/>
                <a:sym typeface="Trebuchet MS"/>
              </a:rPr>
              <a:t>O(n)</a:t>
            </a:r>
            <a:r>
              <a:rPr lang="en-US" sz="1800" b="0" i="0" u="none">
                <a:solidFill>
                  <a:schemeClr val="dk1"/>
                </a:solidFill>
                <a:latin typeface="Times New Roman"/>
                <a:ea typeface="Times New Roman"/>
                <a:cs typeface="Times New Roman"/>
                <a:sym typeface="Times New Roman"/>
              </a:rPr>
              <a:t>	</a:t>
            </a:r>
            <a:endParaRPr/>
          </a:p>
          <a:p>
            <a:pPr marL="342900" marR="0" lvl="0" indent="-342900" algn="l" rtl="0">
              <a:lnSpc>
                <a:spcPct val="100000"/>
              </a:lnSpc>
              <a:spcBef>
                <a:spcPts val="320"/>
              </a:spcBef>
              <a:spcAft>
                <a:spcPts val="0"/>
              </a:spcAft>
              <a:buClr>
                <a:schemeClr val="folHlink"/>
              </a:buClr>
              <a:buSzPts val="960"/>
              <a:buFont typeface="Noto Sans Symbols"/>
              <a:buNone/>
            </a:pPr>
            <a:r>
              <a:rPr lang="en-US" sz="1600" b="0" i="0" u="none">
                <a:solidFill>
                  <a:schemeClr val="dk1"/>
                </a:solidFill>
                <a:latin typeface="Times New Roman"/>
                <a:ea typeface="Times New Roman"/>
                <a:cs typeface="Times New Roman"/>
                <a:sym typeface="Times New Roman"/>
              </a:rPr>
              <a:t>//loop extracts the two nodes x and y of lowest frequency from the queue</a:t>
            </a:r>
            <a:endParaRPr/>
          </a:p>
          <a:p>
            <a:pPr marL="342900" marR="0" lvl="0" indent="-342900" algn="l" rtl="0">
              <a:lnSpc>
                <a:spcPct val="100000"/>
              </a:lnSpc>
              <a:spcBef>
                <a:spcPts val="48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3. </a:t>
            </a:r>
            <a:r>
              <a:rPr lang="en-US" sz="1800" b="1" i="0" u="none">
                <a:solidFill>
                  <a:schemeClr val="dk1"/>
                </a:solidFill>
                <a:latin typeface="Times New Roman"/>
                <a:ea typeface="Times New Roman"/>
                <a:cs typeface="Times New Roman"/>
                <a:sym typeface="Times New Roman"/>
              </a:rPr>
              <a:t>for i = 1 to n – 1</a:t>
            </a:r>
            <a:r>
              <a:rPr lang="en-US" sz="2400" b="0" i="0" u="none">
                <a:solidFill>
                  <a:schemeClr val="accent2"/>
                </a:solidFill>
                <a:latin typeface="Trebuchet MS"/>
                <a:ea typeface="Trebuchet MS"/>
                <a:cs typeface="Trebuchet MS"/>
                <a:sym typeface="Trebuchet MS"/>
              </a:rPr>
              <a:t>                                   O(n log n)</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a:t>
            </a:r>
            <a:r>
              <a:rPr lang="en-US" sz="1600" b="0" i="0" u="none">
                <a:solidFill>
                  <a:schemeClr val="dk1"/>
                </a:solidFill>
                <a:latin typeface="Times New Roman"/>
                <a:ea typeface="Times New Roman"/>
                <a:cs typeface="Times New Roman"/>
                <a:sym typeface="Times New Roman"/>
              </a:rPr>
              <a:t>replacing them in the queue with a new node  z  representing their  merger</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4. 		allocate a new node  z</a:t>
            </a:r>
            <a:endParaRPr/>
          </a:p>
          <a:p>
            <a:pPr marL="342900" marR="0" lvl="0" indent="-342900" algn="l" rtl="0">
              <a:lnSpc>
                <a:spcPct val="100000"/>
              </a:lnSpc>
              <a:spcBef>
                <a:spcPts val="48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5. 		z.</a:t>
            </a:r>
            <a:r>
              <a:rPr lang="en-US" sz="1800" b="0" i="1" u="none">
                <a:solidFill>
                  <a:schemeClr val="dk1"/>
                </a:solidFill>
                <a:latin typeface="Times New Roman"/>
                <a:ea typeface="Times New Roman"/>
                <a:cs typeface="Times New Roman"/>
                <a:sym typeface="Times New Roman"/>
              </a:rPr>
              <a:t>left = x = EXTRACT-MIN(Q)                      </a:t>
            </a:r>
            <a:r>
              <a:rPr lang="en-US" sz="2400" b="0" i="0" u="none">
                <a:solidFill>
                  <a:schemeClr val="accent2"/>
                </a:solidFill>
                <a:latin typeface="Trebuchet MS"/>
                <a:ea typeface="Trebuchet MS"/>
                <a:cs typeface="Trebuchet MS"/>
                <a:sym typeface="Trebuchet MS"/>
              </a:rPr>
              <a:t>O(log n)</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6. 		z.</a:t>
            </a:r>
            <a:r>
              <a:rPr lang="en-US" sz="1800" b="0" i="1" u="none">
                <a:solidFill>
                  <a:schemeClr val="dk1"/>
                </a:solidFill>
                <a:latin typeface="Times New Roman"/>
                <a:ea typeface="Times New Roman"/>
                <a:cs typeface="Times New Roman"/>
                <a:sym typeface="Times New Roman"/>
              </a:rPr>
              <a:t>right = y = EXTRACT-MIN(Q)</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7.		z.</a:t>
            </a:r>
            <a:r>
              <a:rPr lang="en-US" sz="1800" b="0" i="1" u="none">
                <a:solidFill>
                  <a:schemeClr val="dk1"/>
                </a:solidFill>
                <a:latin typeface="Times New Roman"/>
                <a:ea typeface="Times New Roman"/>
                <a:cs typeface="Times New Roman"/>
                <a:sym typeface="Times New Roman"/>
              </a:rPr>
              <a:t>freq = x:freq + y:freq</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8. INSERT (Q,z)</a:t>
            </a:r>
            <a:endParaRPr/>
          </a:p>
          <a:p>
            <a:pPr marL="342900" marR="0" lvl="0" indent="-342900" algn="l" rtl="0">
              <a:lnSpc>
                <a:spcPct val="100000"/>
              </a:lnSpc>
              <a:spcBef>
                <a:spcPts val="320"/>
              </a:spcBef>
              <a:spcAft>
                <a:spcPts val="0"/>
              </a:spcAft>
              <a:buClr>
                <a:schemeClr val="folHlink"/>
              </a:buClr>
              <a:buSzPts val="960"/>
              <a:buFont typeface="Noto Sans Symbols"/>
              <a:buNone/>
            </a:pPr>
            <a:r>
              <a:rPr lang="en-US" sz="1600" b="0" i="0" u="none">
                <a:solidFill>
                  <a:schemeClr val="dk1"/>
                </a:solidFill>
                <a:latin typeface="Times New Roman"/>
                <a:ea typeface="Times New Roman"/>
                <a:cs typeface="Times New Roman"/>
                <a:sym typeface="Times New Roman"/>
              </a:rPr>
              <a:t>//After n-1 mergers, line 9 returns the one node left in the queue,which is the root of the code tree</a:t>
            </a:r>
            <a:endParaRPr/>
          </a:p>
          <a:p>
            <a:pPr marL="342900" marR="0" lvl="0" indent="-342900" algn="l" rtl="0">
              <a:lnSpc>
                <a:spcPct val="100000"/>
              </a:lnSpc>
              <a:spcBef>
                <a:spcPts val="36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9. </a:t>
            </a:r>
            <a:r>
              <a:rPr lang="en-US" sz="1800" b="1" i="0" u="none">
                <a:solidFill>
                  <a:schemeClr val="dk1"/>
                </a:solidFill>
                <a:latin typeface="Times New Roman"/>
                <a:ea typeface="Times New Roman"/>
                <a:cs typeface="Times New Roman"/>
                <a:sym typeface="Times New Roman"/>
              </a:rPr>
              <a:t>return EXTRACT-MIN(Q) // return the root of the tree</a:t>
            </a:r>
            <a:endParaRPr/>
          </a:p>
          <a:p>
            <a:pPr marL="342900" marR="0" lvl="0" indent="-342900" algn="l" rtl="0">
              <a:lnSpc>
                <a:spcPct val="100000"/>
              </a:lnSpc>
              <a:spcBef>
                <a:spcPts val="480"/>
              </a:spcBef>
              <a:spcAft>
                <a:spcPts val="0"/>
              </a:spcAft>
              <a:buClr>
                <a:schemeClr val="folHlink"/>
              </a:buClr>
              <a:buSzPts val="1080"/>
              <a:buFont typeface="Noto Sans Symbols"/>
              <a:buNone/>
            </a:pPr>
            <a:r>
              <a:rPr lang="en-US" sz="1800" b="0" i="0" u="none">
                <a:solidFill>
                  <a:schemeClr val="dk1"/>
                </a:solidFill>
                <a:latin typeface="Times New Roman"/>
                <a:ea typeface="Times New Roman"/>
                <a:cs typeface="Times New Roman"/>
                <a:sym typeface="Times New Roman"/>
              </a:rPr>
              <a:t>Analysis : Must sort </a:t>
            </a:r>
            <a:r>
              <a:rPr lang="en-US" sz="1800" b="0" i="0" u="none">
                <a:solidFill>
                  <a:schemeClr val="accent2"/>
                </a:solidFill>
                <a:latin typeface="Trebuchet MS"/>
                <a:ea typeface="Trebuchet MS"/>
                <a:cs typeface="Trebuchet MS"/>
                <a:sym typeface="Trebuchet MS"/>
              </a:rPr>
              <a:t>n</a:t>
            </a:r>
            <a:r>
              <a:rPr lang="en-US" sz="1800" b="0" i="0" u="none">
                <a:solidFill>
                  <a:schemeClr val="dk1"/>
                </a:solidFill>
                <a:latin typeface="Times New Roman"/>
                <a:ea typeface="Times New Roman"/>
                <a:cs typeface="Times New Roman"/>
                <a:sym typeface="Times New Roman"/>
              </a:rPr>
              <a:t> values before making </a:t>
            </a:r>
            <a:r>
              <a:rPr lang="en-US" sz="1800" b="0" i="0" u="none">
                <a:solidFill>
                  <a:schemeClr val="accent2"/>
                </a:solidFill>
                <a:latin typeface="Trebuchet MS"/>
                <a:ea typeface="Trebuchet MS"/>
                <a:cs typeface="Trebuchet MS"/>
                <a:sym typeface="Trebuchet MS"/>
              </a:rPr>
              <a:t>n</a:t>
            </a:r>
            <a:r>
              <a:rPr lang="en-US" sz="1800" b="0" i="0" u="none">
                <a:solidFill>
                  <a:schemeClr val="dk1"/>
                </a:solidFill>
                <a:latin typeface="Times New Roman"/>
                <a:ea typeface="Times New Roman"/>
                <a:cs typeface="Times New Roman"/>
                <a:sym typeface="Times New Roman"/>
              </a:rPr>
              <a:t> choices. </a:t>
            </a:r>
            <a:r>
              <a:rPr lang="en-US" sz="1600" b="0" i="0" u="none">
                <a:solidFill>
                  <a:schemeClr val="dk1"/>
                </a:solidFill>
                <a:latin typeface="Times New Roman"/>
                <a:ea typeface="Times New Roman"/>
                <a:cs typeface="Times New Roman"/>
                <a:sym typeface="Times New Roman"/>
              </a:rPr>
              <a:t>Therefore, Huffman is   </a:t>
            </a:r>
            <a:r>
              <a:rPr lang="en-US" sz="2400" b="0" i="0" u="none">
                <a:solidFill>
                  <a:schemeClr val="accent2"/>
                </a:solidFill>
                <a:latin typeface="Trebuchet MS"/>
                <a:ea typeface="Trebuchet MS"/>
                <a:cs typeface="Trebuchet MS"/>
                <a:sym typeface="Trebuchet MS"/>
              </a:rPr>
              <a:t>O(n log n) + O(n) = O(n log n)</a:t>
            </a:r>
            <a:endParaRPr/>
          </a:p>
          <a:p>
            <a:pPr marL="342900" marR="0" lvl="0" indent="-251459" algn="l" rtl="0">
              <a:spcBef>
                <a:spcPts val="480"/>
              </a:spcBef>
              <a:spcAft>
                <a:spcPts val="0"/>
              </a:spcAft>
              <a:buClr>
                <a:schemeClr val="folHlink"/>
              </a:buClr>
              <a:buSzPts val="1440"/>
              <a:buFont typeface="Noto Sans Symbols"/>
              <a:buNone/>
            </a:pPr>
            <a:endParaRPr sz="2400" b="0" i="0" u="none">
              <a:solidFill>
                <a:schemeClr val="accent2"/>
              </a:solidFill>
              <a:latin typeface="Trebuchet MS"/>
              <a:ea typeface="Trebuchet MS"/>
              <a:cs typeface="Trebuchet MS"/>
              <a:sym typeface="Trebuchet MS"/>
            </a:endParaRPr>
          </a:p>
        </p:txBody>
      </p:sp>
      <p:sp>
        <p:nvSpPr>
          <p:cNvPr id="1514" name="Google Shape;1514;g2a4cc99e909_1_570"/>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80</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Shape 1518"/>
        <p:cNvGrpSpPr/>
        <p:nvPr/>
      </p:nvGrpSpPr>
      <p:grpSpPr>
        <a:xfrm>
          <a:off x="0" y="0"/>
          <a:ext cx="0" cy="0"/>
          <a:chOff x="0" y="0"/>
          <a:chExt cx="0" cy="0"/>
        </a:xfrm>
      </p:grpSpPr>
      <p:sp>
        <p:nvSpPr>
          <p:cNvPr id="1519" name="Google Shape;1519;g2a4cc99e909_1_576"/>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Analysis of Huffman Encoding</a:t>
            </a:r>
            <a:endParaRPr/>
          </a:p>
        </p:txBody>
      </p:sp>
      <p:sp>
        <p:nvSpPr>
          <p:cNvPr id="1520" name="Google Shape;1520;g2a4cc99e909_1_576"/>
          <p:cNvSpPr txBox="1">
            <a:spLocks noGrp="1"/>
          </p:cNvSpPr>
          <p:nvPr>
            <p:ph type="body" idx="1"/>
          </p:nvPr>
        </p:nvSpPr>
        <p:spPr>
          <a:xfrm>
            <a:off x="1463040" y="1845734"/>
            <a:ext cx="13411200" cy="40233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To analyze the running time of Huffman’s algorithm, we assume that Q is implemented as a binary min-heap</a:t>
            </a:r>
            <a:endParaRPr/>
          </a:p>
        </p:txBody>
      </p:sp>
      <p:sp>
        <p:nvSpPr>
          <p:cNvPr id="1521" name="Google Shape;1521;g2a4cc99e909_1_576"/>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81</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526"/>
        <p:cNvGrpSpPr/>
        <p:nvPr/>
      </p:nvGrpSpPr>
      <p:grpSpPr>
        <a:xfrm>
          <a:off x="0" y="0"/>
          <a:ext cx="0" cy="0"/>
          <a:chOff x="0" y="0"/>
          <a:chExt cx="0" cy="0"/>
        </a:xfrm>
      </p:grpSpPr>
      <p:sp>
        <p:nvSpPr>
          <p:cNvPr id="1527" name="Google Shape;1527;g2a4cc99e909_1_582"/>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Huffman Coding</a:t>
            </a:r>
            <a:endParaRPr/>
          </a:p>
        </p:txBody>
      </p:sp>
      <p:sp>
        <p:nvSpPr>
          <p:cNvPr id="1528" name="Google Shape;1528;g2a4cc99e909_1_582"/>
          <p:cNvSpPr txBox="1">
            <a:spLocks noGrp="1"/>
          </p:cNvSpPr>
          <p:nvPr>
            <p:ph type="body" idx="1"/>
          </p:nvPr>
        </p:nvSpPr>
        <p:spPr>
          <a:xfrm>
            <a:off x="304800" y="1600200"/>
            <a:ext cx="114807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These codes are then used to encode the string</a:t>
            </a:r>
            <a:endParaRPr/>
          </a:p>
          <a:p>
            <a:pPr marL="342900" lvl="0" indent="-236220" algn="l" rtl="0">
              <a:lnSpc>
                <a:spcPct val="100000"/>
              </a:lnSpc>
              <a:spcBef>
                <a:spcPts val="560"/>
              </a:spcBef>
              <a:spcAft>
                <a:spcPts val="0"/>
              </a:spcAft>
              <a:buClr>
                <a:schemeClr val="folHlink"/>
              </a:buClr>
              <a:buSzPts val="1680"/>
              <a:buFont typeface="Noto Sans Symbols"/>
              <a:buNone/>
            </a:pPr>
            <a:endParaRPr sz="2800" b="0" i="0" u="none">
              <a:solidFill>
                <a:schemeClr val="dk1"/>
              </a:solidFill>
              <a:latin typeface="Times New Roman"/>
              <a:ea typeface="Times New Roman"/>
              <a:cs typeface="Times New Roman"/>
              <a:sym typeface="Times New Roman"/>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Thus, “duke blue devils” turns into:</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imes New Roman"/>
                <a:ea typeface="Times New Roman"/>
                <a:cs typeface="Times New Roman"/>
                <a:sym typeface="Times New Roman"/>
              </a:rPr>
              <a:t>010 011 1110 00 101 11110 100 011 00 101 010 00 11111 1100 100 1101</a:t>
            </a:r>
            <a:endParaRPr/>
          </a:p>
          <a:p>
            <a:pPr marL="342900" lvl="0" indent="-342900" algn="l" rtl="0">
              <a:lnSpc>
                <a:spcPct val="100000"/>
              </a:lnSpc>
              <a:spcBef>
                <a:spcPts val="400"/>
              </a:spcBef>
              <a:spcAft>
                <a:spcPts val="0"/>
              </a:spcAft>
              <a:buSzPts val="1200"/>
              <a:buNone/>
            </a:pPr>
            <a:endParaRPr sz="2000" b="0" i="0" u="none">
              <a:solidFill>
                <a:schemeClr val="dk1"/>
              </a:solidFill>
              <a:latin typeface="Times New Roman"/>
              <a:ea typeface="Times New Roman"/>
              <a:cs typeface="Times New Roman"/>
              <a:sym typeface="Times New Roman"/>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When grouped into 8-bit bytes:</a:t>
            </a:r>
            <a:endParaRPr/>
          </a:p>
          <a:p>
            <a:pPr marL="342900" lvl="0" indent="-342900" algn="l" rtl="0">
              <a:lnSpc>
                <a:spcPct val="100000"/>
              </a:lnSpc>
              <a:spcBef>
                <a:spcPts val="400"/>
              </a:spcBef>
              <a:spcAft>
                <a:spcPts val="0"/>
              </a:spcAft>
              <a:buSzPts val="1200"/>
              <a:buNone/>
            </a:pPr>
            <a:r>
              <a:rPr lang="en-US" sz="2000" b="0" i="0" u="none">
                <a:solidFill>
                  <a:schemeClr val="dk1"/>
                </a:solidFill>
                <a:latin typeface="Times New Roman"/>
                <a:ea typeface="Times New Roman"/>
                <a:cs typeface="Times New Roman"/>
                <a:sym typeface="Times New Roman"/>
              </a:rPr>
              <a:t>01001111  10001011  11101000  11001010  10001111  11100100   1101xxxx</a:t>
            </a:r>
            <a:endParaRPr/>
          </a:p>
          <a:p>
            <a:pPr marL="342900" lvl="0" indent="-342900" algn="l" rtl="0">
              <a:lnSpc>
                <a:spcPct val="100000"/>
              </a:lnSpc>
              <a:spcBef>
                <a:spcPts val="400"/>
              </a:spcBef>
              <a:spcAft>
                <a:spcPts val="0"/>
              </a:spcAft>
              <a:buSzPts val="1200"/>
              <a:buNone/>
            </a:pPr>
            <a:endParaRPr sz="2000" b="0" i="0" u="none">
              <a:solidFill>
                <a:schemeClr val="dk1"/>
              </a:solidFill>
              <a:latin typeface="Times New Roman"/>
              <a:ea typeface="Times New Roman"/>
              <a:cs typeface="Times New Roman"/>
              <a:sym typeface="Times New Roman"/>
            </a:endParaRPr>
          </a:p>
          <a:p>
            <a:pPr marL="342900" lvl="0" indent="-342900" algn="l" rtl="0">
              <a:lnSpc>
                <a:spcPct val="10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Thus it takes 7 bytes of space compared to 16 characters * 1 byte/char = 16 bytes uncompressed</a:t>
            </a:r>
            <a:endParaRPr/>
          </a:p>
        </p:txBody>
      </p:sp>
      <p:sp>
        <p:nvSpPr>
          <p:cNvPr id="1529" name="Google Shape;1529;g2a4cc99e909_1_582"/>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82</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533"/>
        <p:cNvGrpSpPr/>
        <p:nvPr/>
      </p:nvGrpSpPr>
      <p:grpSpPr>
        <a:xfrm>
          <a:off x="0" y="0"/>
          <a:ext cx="0" cy="0"/>
          <a:chOff x="0" y="0"/>
          <a:chExt cx="0" cy="0"/>
        </a:xfrm>
      </p:grpSpPr>
      <p:sp>
        <p:nvSpPr>
          <p:cNvPr id="1534" name="Google Shape;1534;g2a4cc99e909_1_589"/>
          <p:cNvSpPr txBox="1">
            <a:spLocks noGrp="1"/>
          </p:cNvSpPr>
          <p:nvPr>
            <p:ph type="body" idx="1"/>
          </p:nvPr>
        </p:nvSpPr>
        <p:spPr>
          <a:xfrm>
            <a:off x="609600" y="1371600"/>
            <a:ext cx="10972800" cy="1066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Solve the following using Huffman's code generation algorithm</a:t>
            </a:r>
            <a:endParaRPr/>
          </a:p>
        </p:txBody>
      </p:sp>
      <p:sp>
        <p:nvSpPr>
          <p:cNvPr id="1535" name="Google Shape;1535;g2a4cc99e909_1_589"/>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Examples : Huffman Coding</a:t>
            </a:r>
            <a:endParaRPr/>
          </a:p>
        </p:txBody>
      </p:sp>
      <p:pic>
        <p:nvPicPr>
          <p:cNvPr id="1536" name="Google Shape;1536;g2a4cc99e909_1_589"/>
          <p:cNvPicPr preferRelativeResize="0"/>
          <p:nvPr/>
        </p:nvPicPr>
        <p:blipFill rotWithShape="1">
          <a:blip r:embed="rId3">
            <a:alphaModFix/>
          </a:blip>
          <a:srcRect/>
          <a:stretch/>
        </p:blipFill>
        <p:spPr>
          <a:xfrm>
            <a:off x="1320800" y="2590800"/>
            <a:ext cx="2540000" cy="1143000"/>
          </a:xfrm>
          <a:prstGeom prst="rect">
            <a:avLst/>
          </a:prstGeom>
          <a:noFill/>
          <a:ln>
            <a:noFill/>
          </a:ln>
        </p:spPr>
      </p:pic>
      <p:graphicFrame>
        <p:nvGraphicFramePr>
          <p:cNvPr id="1537" name="Google Shape;1537;g2a4cc99e909_1_589"/>
          <p:cNvGraphicFramePr/>
          <p:nvPr/>
        </p:nvGraphicFramePr>
        <p:xfrm>
          <a:off x="1524000" y="5257800"/>
          <a:ext cx="3000000" cy="3000000"/>
        </p:xfrm>
        <a:graphic>
          <a:graphicData uri="http://schemas.openxmlformats.org/drawingml/2006/table">
            <a:tbl>
              <a:tblPr>
                <a:noFill/>
                <a:tableStyleId>{A62084FA-2C5B-40B7-A6BF-7A6510BCF7B6}</a:tableStyleId>
              </a:tblPr>
              <a:tblGrid>
                <a:gridCol w="1162025">
                  <a:extLst>
                    <a:ext uri="{9D8B030D-6E8A-4147-A177-3AD203B41FA5}">
                      <a16:colId xmlns:a16="http://schemas.microsoft.com/office/drawing/2014/main" val="20000"/>
                    </a:ext>
                  </a:extLst>
                </a:gridCol>
                <a:gridCol w="1159925">
                  <a:extLst>
                    <a:ext uri="{9D8B030D-6E8A-4147-A177-3AD203B41FA5}">
                      <a16:colId xmlns:a16="http://schemas.microsoft.com/office/drawing/2014/main" val="20001"/>
                    </a:ext>
                  </a:extLst>
                </a:gridCol>
                <a:gridCol w="1162025">
                  <a:extLst>
                    <a:ext uri="{9D8B030D-6E8A-4147-A177-3AD203B41FA5}">
                      <a16:colId xmlns:a16="http://schemas.microsoft.com/office/drawing/2014/main" val="20002"/>
                    </a:ext>
                  </a:extLst>
                </a:gridCol>
                <a:gridCol w="1159925">
                  <a:extLst>
                    <a:ext uri="{9D8B030D-6E8A-4147-A177-3AD203B41FA5}">
                      <a16:colId xmlns:a16="http://schemas.microsoft.com/office/drawing/2014/main" val="20003"/>
                    </a:ext>
                  </a:extLst>
                </a:gridCol>
                <a:gridCol w="1162025">
                  <a:extLst>
                    <a:ext uri="{9D8B030D-6E8A-4147-A177-3AD203B41FA5}">
                      <a16:colId xmlns:a16="http://schemas.microsoft.com/office/drawing/2014/main" val="20004"/>
                    </a:ext>
                  </a:extLst>
                </a:gridCol>
                <a:gridCol w="1159925">
                  <a:extLst>
                    <a:ext uri="{9D8B030D-6E8A-4147-A177-3AD203B41FA5}">
                      <a16:colId xmlns:a16="http://schemas.microsoft.com/office/drawing/2014/main" val="20005"/>
                    </a:ext>
                  </a:extLst>
                </a:gridCol>
                <a:gridCol w="1162025">
                  <a:extLst>
                    <a:ext uri="{9D8B030D-6E8A-4147-A177-3AD203B41FA5}">
                      <a16:colId xmlns:a16="http://schemas.microsoft.com/office/drawing/2014/main" val="20006"/>
                    </a:ext>
                  </a:extLst>
                </a:gridCol>
              </a:tblGrid>
              <a:tr h="274625">
                <a:tc>
                  <a:txBody>
                    <a:bodyPr/>
                    <a:lstStyle/>
                    <a:p>
                      <a:pPr marL="0" marR="0" lvl="0" indent="0" algn="l" rtl="0">
                        <a:lnSpc>
                          <a:spcPct val="100000"/>
                        </a:lnSpc>
                        <a:spcBef>
                          <a:spcPts val="0"/>
                        </a:spcBef>
                        <a:spcAft>
                          <a:spcPts val="0"/>
                        </a:spcAft>
                        <a:buClr>
                          <a:schemeClr val="dk1"/>
                        </a:buClr>
                        <a:buSzPts val="1800"/>
                        <a:buFont typeface="Verdana"/>
                        <a:buNone/>
                      </a:pPr>
                      <a:r>
                        <a:rPr lang="en-US" sz="1800" b="1" i="0" u="none" strike="noStrike" cap="none">
                          <a:solidFill>
                            <a:schemeClr val="dk1"/>
                          </a:solidFill>
                          <a:latin typeface="Verdana"/>
                          <a:ea typeface="Verdana"/>
                          <a:cs typeface="Verdana"/>
                          <a:sym typeface="Verdana"/>
                        </a:rPr>
                        <a:t>Value</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A</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B</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C</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D</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E</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F</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822325">
                <a:tc>
                  <a:txBody>
                    <a:bodyPr/>
                    <a:lstStyle/>
                    <a:p>
                      <a:pPr marL="0" marR="0" lvl="0" indent="0" algn="l" rtl="0">
                        <a:lnSpc>
                          <a:spcPct val="100000"/>
                        </a:lnSpc>
                        <a:spcBef>
                          <a:spcPts val="0"/>
                        </a:spcBef>
                        <a:spcAft>
                          <a:spcPts val="0"/>
                        </a:spcAft>
                        <a:buClr>
                          <a:schemeClr val="dk1"/>
                        </a:buClr>
                        <a:buSzPts val="1800"/>
                        <a:buFont typeface="Verdana"/>
                        <a:buNone/>
                      </a:pPr>
                      <a:r>
                        <a:rPr lang="en-US" sz="1800" b="1" i="0" u="none" strike="noStrike" cap="none">
                          <a:solidFill>
                            <a:schemeClr val="dk1"/>
                          </a:solidFill>
                          <a:latin typeface="Verdana"/>
                          <a:ea typeface="Verdana"/>
                          <a:cs typeface="Verdana"/>
                          <a:sym typeface="Verdana"/>
                        </a:rPr>
                        <a:t>Frequency</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5</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25</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7</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15</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4</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1800"/>
                        <a:buFont typeface="Verdana"/>
                        <a:buNone/>
                      </a:pPr>
                      <a:r>
                        <a:rPr lang="en-US" sz="1800" b="0" i="0" u="none" strike="noStrike" cap="none">
                          <a:solidFill>
                            <a:schemeClr val="dk1"/>
                          </a:solidFill>
                          <a:latin typeface="Verdana"/>
                          <a:ea typeface="Verdana"/>
                          <a:cs typeface="Verdana"/>
                          <a:sym typeface="Verdana"/>
                        </a:rPr>
                        <a:t>12</a:t>
                      </a:r>
                      <a:endParaRPr/>
                    </a:p>
                  </a:txBody>
                  <a:tcPr marL="67000" marR="670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sp>
        <p:nvSpPr>
          <p:cNvPr id="1538" name="Google Shape;1538;g2a4cc99e909_1_589"/>
          <p:cNvSpPr txBox="1"/>
          <p:nvPr/>
        </p:nvSpPr>
        <p:spPr>
          <a:xfrm>
            <a:off x="812800" y="3810000"/>
            <a:ext cx="10570800" cy="985200"/>
          </a:xfrm>
          <a:prstGeom prst="rect">
            <a:avLst/>
          </a:prstGeom>
          <a:solidFill>
            <a:srgbClr val="FFFFFF"/>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dk1"/>
              </a:buClr>
              <a:buSzPts val="3200"/>
              <a:buFont typeface="Times"/>
              <a:buNone/>
            </a:pPr>
            <a:r>
              <a:rPr lang="en-US" sz="3200" b="0" i="0" u="none">
                <a:solidFill>
                  <a:schemeClr val="dk1"/>
                </a:solidFill>
                <a:latin typeface="Times"/>
                <a:ea typeface="Times"/>
                <a:cs typeface="Times"/>
                <a:sym typeface="Times"/>
              </a:rPr>
              <a:t>Huffman Coding Algorithm Example</a:t>
            </a:r>
            <a:endParaRPr/>
          </a:p>
          <a:p>
            <a:pPr marL="0" marR="0" lvl="0" indent="0" algn="l" rtl="0">
              <a:lnSpc>
                <a:spcPct val="100000"/>
              </a:lnSpc>
              <a:spcBef>
                <a:spcPts val="0"/>
              </a:spcBef>
              <a:spcAft>
                <a:spcPts val="0"/>
              </a:spcAft>
              <a:buClr>
                <a:schemeClr val="dk1"/>
              </a:buClr>
              <a:buSzPts val="3200"/>
              <a:buFont typeface="Times"/>
              <a:buNone/>
            </a:pPr>
            <a:r>
              <a:rPr lang="en-US" sz="3200" b="0" i="0" u="none">
                <a:solidFill>
                  <a:schemeClr val="dk1"/>
                </a:solidFill>
                <a:latin typeface="Times"/>
                <a:ea typeface="Times"/>
                <a:cs typeface="Times"/>
                <a:sym typeface="Times"/>
              </a:rPr>
              <a:t>Construct a Huffman tree by using these nodes</a:t>
            </a:r>
            <a:endParaRPr/>
          </a:p>
        </p:txBody>
      </p:sp>
      <p:sp>
        <p:nvSpPr>
          <p:cNvPr id="1539" name="Google Shape;1539;g2a4cc99e909_1_589"/>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83</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543"/>
        <p:cNvGrpSpPr/>
        <p:nvPr/>
      </p:nvGrpSpPr>
      <p:grpSpPr>
        <a:xfrm>
          <a:off x="0" y="0"/>
          <a:ext cx="0" cy="0"/>
          <a:chOff x="0" y="0"/>
          <a:chExt cx="0" cy="0"/>
        </a:xfrm>
      </p:grpSpPr>
      <p:sp>
        <p:nvSpPr>
          <p:cNvPr id="1544" name="Google Shape;1544;g2a4cc99e909_1_598"/>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84</a:t>
            </a:fld>
            <a:endParaRPr/>
          </a:p>
        </p:txBody>
      </p:sp>
      <p:sp>
        <p:nvSpPr>
          <p:cNvPr id="1545" name="Google Shape;1545;g2a4cc99e909_1_598"/>
          <p:cNvSpPr txBox="1">
            <a:spLocks noGrp="1"/>
          </p:cNvSpPr>
          <p:nvPr>
            <p:ph type="title"/>
          </p:nvPr>
        </p:nvSpPr>
        <p:spPr>
          <a:xfrm>
            <a:off x="1463040" y="286603"/>
            <a:ext cx="13411200" cy="1450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Other greedy algorithms</a:t>
            </a:r>
            <a:endParaRPr/>
          </a:p>
        </p:txBody>
      </p:sp>
      <p:sp>
        <p:nvSpPr>
          <p:cNvPr id="1546" name="Google Shape;1546;g2a4cc99e909_1_598"/>
          <p:cNvSpPr txBox="1">
            <a:spLocks noGrp="1"/>
          </p:cNvSpPr>
          <p:nvPr>
            <p:ph type="body" idx="1"/>
          </p:nvPr>
        </p:nvSpPr>
        <p:spPr>
          <a:xfrm>
            <a:off x="1463040" y="1845734"/>
            <a:ext cx="13411200" cy="40233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Dijkstra’s algorithm for finding the shortest path in a graph</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Always takes the </a:t>
            </a:r>
            <a:r>
              <a:rPr lang="en-US" sz="2400" b="0" i="1" u="none">
                <a:solidFill>
                  <a:schemeClr val="dk1"/>
                </a:solidFill>
                <a:latin typeface="Times New Roman"/>
                <a:ea typeface="Times New Roman"/>
                <a:cs typeface="Times New Roman"/>
                <a:sym typeface="Times New Roman"/>
              </a:rPr>
              <a:t>shortest</a:t>
            </a:r>
            <a:r>
              <a:rPr lang="en-US" sz="2400" b="0" i="0" u="none">
                <a:solidFill>
                  <a:schemeClr val="dk1"/>
                </a:solidFill>
                <a:latin typeface="Times New Roman"/>
                <a:ea typeface="Times New Roman"/>
                <a:cs typeface="Times New Roman"/>
                <a:sym typeface="Times New Roman"/>
              </a:rPr>
              <a:t> edge connecting a known node to an unknown node</a:t>
            </a:r>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Kruskal’s algorithm for finding a minimum-cost spanning tree</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Always tries the </a:t>
            </a:r>
            <a:r>
              <a:rPr lang="en-US" sz="2400" b="0" i="1" u="none">
                <a:solidFill>
                  <a:schemeClr val="dk1"/>
                </a:solidFill>
                <a:latin typeface="Times New Roman"/>
                <a:ea typeface="Times New Roman"/>
                <a:cs typeface="Times New Roman"/>
                <a:sym typeface="Times New Roman"/>
              </a:rPr>
              <a:t>lowest-cost</a:t>
            </a:r>
            <a:r>
              <a:rPr lang="en-US" sz="2400" b="0" i="0" u="none">
                <a:solidFill>
                  <a:schemeClr val="dk1"/>
                </a:solidFill>
                <a:latin typeface="Times New Roman"/>
                <a:ea typeface="Times New Roman"/>
                <a:cs typeface="Times New Roman"/>
                <a:sym typeface="Times New Roman"/>
              </a:rPr>
              <a:t> remaining edge</a:t>
            </a:r>
            <a:endParaRPr/>
          </a:p>
          <a:p>
            <a:pPr marL="342900" lvl="0" indent="-342900" algn="l" rtl="0">
              <a:lnSpc>
                <a:spcPct val="90000"/>
              </a:lnSpc>
              <a:spcBef>
                <a:spcPts val="560"/>
              </a:spcBef>
              <a:spcAft>
                <a:spcPts val="0"/>
              </a:spcAft>
              <a:buClr>
                <a:schemeClr val="folHlink"/>
              </a:buClr>
              <a:buSzPts val="1680"/>
              <a:buFont typeface="Noto Sans Symbols"/>
              <a:buChar char="■"/>
            </a:pPr>
            <a:r>
              <a:rPr lang="en-US" sz="2800" b="0" i="0" u="none">
                <a:solidFill>
                  <a:schemeClr val="dk1"/>
                </a:solidFill>
                <a:latin typeface="Times New Roman"/>
                <a:ea typeface="Times New Roman"/>
                <a:cs typeface="Times New Roman"/>
                <a:sym typeface="Times New Roman"/>
              </a:rPr>
              <a:t>Prim’s algorithm for finding a minimum-cost spanning tree</a:t>
            </a:r>
            <a:endParaRPr/>
          </a:p>
          <a:p>
            <a:pPr marL="742950" lvl="1" indent="-285750" algn="l" rtl="0">
              <a:lnSpc>
                <a:spcPct val="90000"/>
              </a:lnSpc>
              <a:spcBef>
                <a:spcPts val="480"/>
              </a:spcBef>
              <a:spcAft>
                <a:spcPts val="0"/>
              </a:spcAft>
              <a:buClr>
                <a:schemeClr val="hlink"/>
              </a:buClr>
              <a:buSzPts val="1320"/>
              <a:buFont typeface="Noto Sans Symbols"/>
              <a:buChar char="■"/>
            </a:pPr>
            <a:r>
              <a:rPr lang="en-US" sz="2400" b="0" i="0" u="none">
                <a:solidFill>
                  <a:schemeClr val="dk1"/>
                </a:solidFill>
                <a:latin typeface="Times New Roman"/>
                <a:ea typeface="Times New Roman"/>
                <a:cs typeface="Times New Roman"/>
                <a:sym typeface="Times New Roman"/>
              </a:rPr>
              <a:t>Always takes the </a:t>
            </a:r>
            <a:r>
              <a:rPr lang="en-US" sz="2400" b="0" i="1" u="none">
                <a:solidFill>
                  <a:schemeClr val="dk1"/>
                </a:solidFill>
                <a:latin typeface="Times New Roman"/>
                <a:ea typeface="Times New Roman"/>
                <a:cs typeface="Times New Roman"/>
                <a:sym typeface="Times New Roman"/>
              </a:rPr>
              <a:t>lowest-cost</a:t>
            </a:r>
            <a:r>
              <a:rPr lang="en-US" sz="2400" b="0" i="0" u="none">
                <a:solidFill>
                  <a:schemeClr val="dk1"/>
                </a:solidFill>
                <a:latin typeface="Times New Roman"/>
                <a:ea typeface="Times New Roman"/>
                <a:cs typeface="Times New Roman"/>
                <a:sym typeface="Times New Roman"/>
              </a:rPr>
              <a:t> edge between nodes in the spanning tree and nodes not yet in the spanning tree</a:t>
            </a:r>
            <a:endParaRPr/>
          </a:p>
          <a:p>
            <a:pPr marL="342900" lvl="0" indent="-251459" algn="l" rtl="0">
              <a:spcBef>
                <a:spcPts val="480"/>
              </a:spcBef>
              <a:spcAft>
                <a:spcPts val="0"/>
              </a:spcAft>
              <a:buSzPts val="1440"/>
              <a:buNone/>
            </a:pPr>
            <a:endParaRPr sz="2400" b="0" i="0" u="none">
              <a:solidFill>
                <a:schemeClr val="dk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551"/>
        <p:cNvGrpSpPr/>
        <p:nvPr/>
      </p:nvGrpSpPr>
      <p:grpSpPr>
        <a:xfrm>
          <a:off x="0" y="0"/>
          <a:ext cx="0" cy="0"/>
          <a:chOff x="0" y="0"/>
          <a:chExt cx="0" cy="0"/>
        </a:xfrm>
      </p:grpSpPr>
      <p:sp>
        <p:nvSpPr>
          <p:cNvPr id="1552" name="Google Shape;1552;g2a4cc99e909_1_604"/>
          <p:cNvSpPr txBox="1"/>
          <p:nvPr/>
        </p:nvSpPr>
        <p:spPr>
          <a:xfrm>
            <a:off x="8737600" y="6248400"/>
            <a:ext cx="2540100" cy="4572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000000"/>
              </a:buClr>
              <a:buSzPts val="1400"/>
              <a:buFont typeface="Times"/>
              <a:buNone/>
            </a:pPr>
            <a:fld id="{00000000-1234-1234-1234-123412341234}" type="slidenum">
              <a:rPr lang="en-US" sz="1400" b="0" i="0" u="none">
                <a:solidFill>
                  <a:srgbClr val="000000"/>
                </a:solidFill>
                <a:latin typeface="Times"/>
                <a:ea typeface="Times"/>
                <a:cs typeface="Times"/>
                <a:sym typeface="Times"/>
              </a:rPr>
              <a:t>85</a:t>
            </a:fld>
            <a:endParaRPr/>
          </a:p>
        </p:txBody>
      </p:sp>
      <p:sp>
        <p:nvSpPr>
          <p:cNvPr id="1553" name="Google Shape;1553;g2a4cc99e909_1_604"/>
          <p:cNvSpPr txBox="1"/>
          <p:nvPr/>
        </p:nvSpPr>
        <p:spPr>
          <a:xfrm>
            <a:off x="1524000" y="396875"/>
            <a:ext cx="11074500" cy="1431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JOB SEQUENCING WITH DEADLINES</a:t>
            </a:r>
            <a:endParaRPr/>
          </a:p>
        </p:txBody>
      </p:sp>
      <p:sp>
        <p:nvSpPr>
          <p:cNvPr id="1554" name="Google Shape;1554;g2a4cc99e909_1_604"/>
          <p:cNvSpPr txBox="1"/>
          <p:nvPr/>
        </p:nvSpPr>
        <p:spPr>
          <a:xfrm>
            <a:off x="914400" y="1981200"/>
            <a:ext cx="10566300" cy="4114800"/>
          </a:xfrm>
          <a:prstGeom prst="rect">
            <a:avLst/>
          </a:prstGeom>
          <a:noFill/>
          <a:ln>
            <a:noFill/>
          </a:ln>
        </p:spPr>
        <p:txBody>
          <a:bodyPr spcFirstLastPara="1" wrap="square" lIns="91425" tIns="45700" rIns="91425" bIns="45700" anchor="t" anchorCtr="0">
            <a:noAutofit/>
          </a:bodyPr>
          <a:lstStyle/>
          <a:p>
            <a:pPr marL="342900" marR="0" lvl="0" indent="-341312" algn="l" rtl="0">
              <a:lnSpc>
                <a:spcPct val="100000"/>
              </a:lnSpc>
              <a:spcBef>
                <a:spcPts val="0"/>
              </a:spcBef>
              <a:spcAft>
                <a:spcPts val="0"/>
              </a:spcAft>
              <a:buClr>
                <a:srgbClr val="000000"/>
              </a:buClr>
              <a:buSzPts val="2800"/>
              <a:buFont typeface="Times New Roman"/>
              <a:buNone/>
            </a:pPr>
            <a:r>
              <a:rPr lang="en-US" sz="2800" b="1" i="0" u="none">
                <a:solidFill>
                  <a:srgbClr val="000000"/>
                </a:solidFill>
                <a:latin typeface="Times New Roman"/>
                <a:ea typeface="Times New Roman"/>
                <a:cs typeface="Times New Roman"/>
                <a:sym typeface="Times New Roman"/>
              </a:rPr>
              <a:t>The problem is stated as below.</a:t>
            </a:r>
            <a:endParaRPr/>
          </a:p>
          <a:p>
            <a:pPr marL="342900"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There are n jobs to be processed on a machine.</a:t>
            </a:r>
            <a:endParaRPr/>
          </a:p>
          <a:p>
            <a:pPr marL="342900"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Each job i has a deadline d</a:t>
            </a:r>
            <a:r>
              <a:rPr lang="en-US" sz="2800" b="0" i="0" u="none" baseline="-25000">
                <a:solidFill>
                  <a:srgbClr val="000000"/>
                </a:solidFill>
                <a:latin typeface="Times New Roman"/>
                <a:ea typeface="Times New Roman"/>
                <a:cs typeface="Times New Roman"/>
                <a:sym typeface="Times New Roman"/>
              </a:rPr>
              <a:t>i</a:t>
            </a:r>
            <a:r>
              <a:rPr lang="en-US" sz="2800" b="0" i="0" u="none">
                <a:solidFill>
                  <a:srgbClr val="000000"/>
                </a:solidFill>
                <a:latin typeface="Times New Roman"/>
                <a:ea typeface="Times New Roman"/>
                <a:cs typeface="Times New Roman"/>
                <a:sym typeface="Times New Roman"/>
              </a:rPr>
              <a:t>≥</a:t>
            </a:r>
            <a:r>
              <a:rPr lang="en-US" sz="2800" b="0" i="0" u="none" baseline="-25000">
                <a:solidFill>
                  <a:srgbClr val="000000"/>
                </a:solidFill>
                <a:latin typeface="Times New Roman"/>
                <a:ea typeface="Times New Roman"/>
                <a:cs typeface="Times New Roman"/>
                <a:sym typeface="Times New Roman"/>
              </a:rPr>
              <a:t> </a:t>
            </a:r>
            <a:r>
              <a:rPr lang="en-US" sz="2800" b="0" i="0" u="none">
                <a:solidFill>
                  <a:srgbClr val="000000"/>
                </a:solidFill>
                <a:latin typeface="Times New Roman"/>
                <a:ea typeface="Times New Roman"/>
                <a:cs typeface="Times New Roman"/>
                <a:sym typeface="Times New Roman"/>
              </a:rPr>
              <a:t>0 and profit p</a:t>
            </a:r>
            <a:r>
              <a:rPr lang="en-US" sz="2800" b="0" i="0" u="none" baseline="-25000">
                <a:solidFill>
                  <a:srgbClr val="000000"/>
                </a:solidFill>
                <a:latin typeface="Times New Roman"/>
                <a:ea typeface="Times New Roman"/>
                <a:cs typeface="Times New Roman"/>
                <a:sym typeface="Times New Roman"/>
              </a:rPr>
              <a:t>i</a:t>
            </a:r>
            <a:r>
              <a:rPr lang="en-US" sz="2800" b="0" i="0" u="none">
                <a:solidFill>
                  <a:srgbClr val="000000"/>
                </a:solidFill>
                <a:latin typeface="Times New Roman"/>
                <a:ea typeface="Times New Roman"/>
                <a:cs typeface="Times New Roman"/>
                <a:sym typeface="Times New Roman"/>
              </a:rPr>
              <a:t>≥0 .</a:t>
            </a:r>
            <a:endParaRPr/>
          </a:p>
          <a:p>
            <a:pPr marL="342900"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Pi is earned iff the job is completed by its deadline.</a:t>
            </a:r>
            <a:endParaRPr/>
          </a:p>
          <a:p>
            <a:pPr marL="342900"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The job is completed if it is processed on a machine for unit time.</a:t>
            </a:r>
            <a:endParaRPr/>
          </a:p>
          <a:p>
            <a:pPr marL="342900"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Only one machine is available for processing jobs.</a:t>
            </a:r>
            <a:endParaRPr/>
          </a:p>
          <a:p>
            <a:pPr marL="342900"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Only one job is processed at a time on the machine.</a:t>
            </a:r>
            <a:endParaRPr/>
          </a:p>
        </p:txBody>
      </p:sp>
      <p:sp>
        <p:nvSpPr>
          <p:cNvPr id="1555" name="Google Shape;1555;g2a4cc99e909_1_604"/>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85</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g2a4cc99e909_1_612"/>
          <p:cNvSpPr txBox="1"/>
          <p:nvPr/>
        </p:nvSpPr>
        <p:spPr>
          <a:xfrm>
            <a:off x="8737600" y="6248400"/>
            <a:ext cx="2540100" cy="4572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000000"/>
              </a:buClr>
              <a:buSzPts val="1400"/>
              <a:buFont typeface="Times"/>
              <a:buNone/>
            </a:pPr>
            <a:fld id="{00000000-1234-1234-1234-123412341234}" type="slidenum">
              <a:rPr lang="en-US" sz="1400" b="0" i="0" u="none">
                <a:solidFill>
                  <a:srgbClr val="000000"/>
                </a:solidFill>
                <a:latin typeface="Times"/>
                <a:ea typeface="Times"/>
                <a:cs typeface="Times"/>
                <a:sym typeface="Times"/>
              </a:rPr>
              <a:t>86</a:t>
            </a:fld>
            <a:endParaRPr/>
          </a:p>
        </p:txBody>
      </p:sp>
      <p:sp>
        <p:nvSpPr>
          <p:cNvPr id="1562" name="Google Shape;1562;g2a4cc99e909_1_612"/>
          <p:cNvSpPr txBox="1"/>
          <p:nvPr/>
        </p:nvSpPr>
        <p:spPr>
          <a:xfrm>
            <a:off x="914400" y="1981200"/>
            <a:ext cx="10566300" cy="4114800"/>
          </a:xfrm>
          <a:prstGeom prst="rect">
            <a:avLst/>
          </a:prstGeom>
          <a:noFill/>
          <a:ln>
            <a:noFill/>
          </a:ln>
        </p:spPr>
        <p:txBody>
          <a:bodyPr spcFirstLastPara="1" wrap="square" lIns="91425" tIns="45700" rIns="91425" bIns="45700" anchor="t" anchorCtr="0">
            <a:noAutofit/>
          </a:bodyPr>
          <a:lstStyle/>
          <a:p>
            <a:pPr marL="341312" marR="0" lvl="0" indent="-341312" algn="just" rtl="0">
              <a:lnSpc>
                <a:spcPct val="100000"/>
              </a:lnSpc>
              <a:spcBef>
                <a:spcPts val="0"/>
              </a:spcBef>
              <a:spcAft>
                <a:spcPts val="0"/>
              </a:spcAft>
              <a:buClr>
                <a:srgbClr val="000000"/>
              </a:buClr>
              <a:buSzPts val="2800"/>
              <a:buFont typeface="Times New Roman"/>
              <a:buChar char="•"/>
            </a:pPr>
            <a:r>
              <a:rPr lang="en-US" sz="2800" b="0" i="0" u="none">
                <a:solidFill>
                  <a:srgbClr val="000000"/>
                </a:solidFill>
                <a:latin typeface="Times"/>
                <a:ea typeface="Times"/>
                <a:cs typeface="Times"/>
                <a:sym typeface="Times"/>
              </a:rPr>
              <a:t>A feasible solution is a subset of jobs J such that each job is completed by its deadline.</a:t>
            </a:r>
            <a:endParaRPr/>
          </a:p>
          <a:p>
            <a:pPr marL="341312"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a:ea typeface="Times"/>
                <a:cs typeface="Times"/>
                <a:sym typeface="Times"/>
              </a:rPr>
              <a:t>An optimal solution is a feasible solution with maximum profit value.</a:t>
            </a:r>
            <a:endParaRPr/>
          </a:p>
          <a:p>
            <a:pPr marL="341312" marR="0" lvl="0" indent="-341312" algn="just" rtl="0">
              <a:lnSpc>
                <a:spcPct val="100000"/>
              </a:lnSpc>
              <a:spcBef>
                <a:spcPts val="700"/>
              </a:spcBef>
              <a:spcAft>
                <a:spcPts val="0"/>
              </a:spcAft>
              <a:buClr>
                <a:srgbClr val="000000"/>
              </a:buClr>
              <a:buSzPts val="2800"/>
              <a:buFont typeface="Times New Roman"/>
              <a:buChar char="•"/>
            </a:pPr>
            <a:r>
              <a:rPr lang="en-US" sz="2800" b="0" i="0" u="none">
                <a:solidFill>
                  <a:srgbClr val="000000"/>
                </a:solidFill>
                <a:latin typeface="Times"/>
                <a:ea typeface="Times"/>
                <a:cs typeface="Times"/>
                <a:sym typeface="Times"/>
              </a:rPr>
              <a:t>NO LATER THAN THEIR RESPECTIVE DEADLINES.</a:t>
            </a:r>
            <a:endParaRPr/>
          </a:p>
          <a:p>
            <a:pPr marL="341312" marR="0" lvl="0" indent="-341312" algn="just" rtl="0">
              <a:lnSpc>
                <a:spcPct val="100000"/>
              </a:lnSpc>
              <a:spcBef>
                <a:spcPts val="700"/>
              </a:spcBef>
              <a:spcAft>
                <a:spcPts val="0"/>
              </a:spcAft>
              <a:buClr>
                <a:srgbClr val="000000"/>
              </a:buClr>
              <a:buSzPts val="2800"/>
              <a:buFont typeface="Times"/>
              <a:buNone/>
            </a:pPr>
            <a:r>
              <a:rPr lang="en-US" sz="2800" b="0" i="0" u="none">
                <a:solidFill>
                  <a:srgbClr val="000000"/>
                </a:solidFill>
                <a:latin typeface="Times"/>
                <a:ea typeface="Times"/>
                <a:cs typeface="Times"/>
                <a:sym typeface="Times"/>
              </a:rPr>
              <a:t>	</a:t>
            </a:r>
            <a:r>
              <a:rPr lang="en-US" sz="2800" b="1" i="0" u="none">
                <a:solidFill>
                  <a:srgbClr val="000000"/>
                </a:solidFill>
                <a:latin typeface="Times"/>
                <a:ea typeface="Times"/>
                <a:cs typeface="Times"/>
                <a:sym typeface="Times"/>
              </a:rPr>
              <a:t>Example</a:t>
            </a:r>
            <a:r>
              <a:rPr lang="en-US" sz="2800" b="0" i="0" u="none">
                <a:solidFill>
                  <a:srgbClr val="000000"/>
                </a:solidFill>
                <a:latin typeface="Times"/>
                <a:ea typeface="Times"/>
                <a:cs typeface="Times"/>
                <a:sym typeface="Times"/>
              </a:rPr>
              <a:t> : Let n = 4, (p</a:t>
            </a:r>
            <a:r>
              <a:rPr lang="en-US" sz="2800" b="0" i="0" u="none" baseline="-25000">
                <a:solidFill>
                  <a:srgbClr val="000000"/>
                </a:solidFill>
                <a:latin typeface="Times"/>
                <a:ea typeface="Times"/>
                <a:cs typeface="Times"/>
                <a:sym typeface="Times"/>
              </a:rPr>
              <a:t>1</a:t>
            </a:r>
            <a:r>
              <a:rPr lang="en-US" sz="2800" b="0" i="0" u="none">
                <a:solidFill>
                  <a:srgbClr val="000000"/>
                </a:solidFill>
                <a:latin typeface="Times"/>
                <a:ea typeface="Times"/>
                <a:cs typeface="Times"/>
                <a:sym typeface="Times"/>
              </a:rPr>
              <a:t>,p</a:t>
            </a:r>
            <a:r>
              <a:rPr lang="en-US" sz="2800" b="0" i="0" u="none" baseline="-25000">
                <a:solidFill>
                  <a:srgbClr val="000000"/>
                </a:solidFill>
                <a:latin typeface="Times"/>
                <a:ea typeface="Times"/>
                <a:cs typeface="Times"/>
                <a:sym typeface="Times"/>
              </a:rPr>
              <a:t>2</a:t>
            </a:r>
            <a:r>
              <a:rPr lang="en-US" sz="2800" b="0" i="0" u="none">
                <a:solidFill>
                  <a:srgbClr val="000000"/>
                </a:solidFill>
                <a:latin typeface="Times"/>
                <a:ea typeface="Times"/>
                <a:cs typeface="Times"/>
                <a:sym typeface="Times"/>
              </a:rPr>
              <a:t>,p</a:t>
            </a:r>
            <a:r>
              <a:rPr lang="en-US" sz="2800" b="0" i="0" u="none" baseline="-25000">
                <a:solidFill>
                  <a:srgbClr val="000000"/>
                </a:solidFill>
                <a:latin typeface="Times"/>
                <a:ea typeface="Times"/>
                <a:cs typeface="Times"/>
                <a:sym typeface="Times"/>
              </a:rPr>
              <a:t>3</a:t>
            </a:r>
            <a:r>
              <a:rPr lang="en-US" sz="2800" b="0" i="0" u="none">
                <a:solidFill>
                  <a:srgbClr val="000000"/>
                </a:solidFill>
                <a:latin typeface="Times"/>
                <a:ea typeface="Times"/>
                <a:cs typeface="Times"/>
                <a:sym typeface="Times"/>
              </a:rPr>
              <a:t>,p</a:t>
            </a:r>
            <a:r>
              <a:rPr lang="en-US" sz="2800" b="0" i="0" u="none" baseline="-25000">
                <a:solidFill>
                  <a:srgbClr val="000000"/>
                </a:solidFill>
                <a:latin typeface="Times"/>
                <a:ea typeface="Times"/>
                <a:cs typeface="Times"/>
                <a:sym typeface="Times"/>
              </a:rPr>
              <a:t>4</a:t>
            </a:r>
            <a:r>
              <a:rPr lang="en-US" sz="2800" b="0" i="0" u="none">
                <a:solidFill>
                  <a:srgbClr val="000000"/>
                </a:solidFill>
                <a:latin typeface="Times"/>
                <a:ea typeface="Times"/>
                <a:cs typeface="Times"/>
                <a:sym typeface="Times"/>
              </a:rPr>
              <a:t>) = (100,10,15,27), (d</a:t>
            </a:r>
            <a:r>
              <a:rPr lang="en-US" sz="2800" b="0" i="0" u="none" baseline="-25000">
                <a:solidFill>
                  <a:srgbClr val="000000"/>
                </a:solidFill>
                <a:latin typeface="Times"/>
                <a:ea typeface="Times"/>
                <a:cs typeface="Times"/>
                <a:sym typeface="Times"/>
              </a:rPr>
              <a:t>1</a:t>
            </a:r>
            <a:r>
              <a:rPr lang="en-US" sz="2800" b="0" i="0" u="none">
                <a:solidFill>
                  <a:srgbClr val="000000"/>
                </a:solidFill>
                <a:latin typeface="Times"/>
                <a:ea typeface="Times"/>
                <a:cs typeface="Times"/>
                <a:sym typeface="Times"/>
              </a:rPr>
              <a:t>,d</a:t>
            </a:r>
            <a:r>
              <a:rPr lang="en-US" sz="2800" b="0" i="0" u="none" baseline="-25000">
                <a:solidFill>
                  <a:srgbClr val="000000"/>
                </a:solidFill>
                <a:latin typeface="Times"/>
                <a:ea typeface="Times"/>
                <a:cs typeface="Times"/>
                <a:sym typeface="Times"/>
              </a:rPr>
              <a:t>2</a:t>
            </a:r>
            <a:r>
              <a:rPr lang="en-US" sz="2800" b="0" i="0" u="none">
                <a:solidFill>
                  <a:srgbClr val="000000"/>
                </a:solidFill>
                <a:latin typeface="Times"/>
                <a:ea typeface="Times"/>
                <a:cs typeface="Times"/>
                <a:sym typeface="Times"/>
              </a:rPr>
              <a:t>,d</a:t>
            </a:r>
            <a:r>
              <a:rPr lang="en-US" sz="2800" b="0" i="0" u="none" baseline="-25000">
                <a:solidFill>
                  <a:srgbClr val="000000"/>
                </a:solidFill>
                <a:latin typeface="Times"/>
                <a:ea typeface="Times"/>
                <a:cs typeface="Times"/>
                <a:sym typeface="Times"/>
              </a:rPr>
              <a:t>3</a:t>
            </a:r>
            <a:r>
              <a:rPr lang="en-US" sz="2800" b="0" i="0" u="none">
                <a:solidFill>
                  <a:srgbClr val="000000"/>
                </a:solidFill>
                <a:latin typeface="Times"/>
                <a:ea typeface="Times"/>
                <a:cs typeface="Times"/>
                <a:sym typeface="Times"/>
              </a:rPr>
              <a:t>,d</a:t>
            </a:r>
            <a:r>
              <a:rPr lang="en-US" sz="2800" b="0" i="0" u="none" baseline="-25000">
                <a:solidFill>
                  <a:srgbClr val="000000"/>
                </a:solidFill>
                <a:latin typeface="Times"/>
                <a:ea typeface="Times"/>
                <a:cs typeface="Times"/>
                <a:sym typeface="Times"/>
              </a:rPr>
              <a:t>4</a:t>
            </a:r>
            <a:r>
              <a:rPr lang="en-US" sz="2800" b="0" i="0" u="none">
                <a:solidFill>
                  <a:srgbClr val="000000"/>
                </a:solidFill>
                <a:latin typeface="Times"/>
                <a:ea typeface="Times"/>
                <a:cs typeface="Times"/>
                <a:sym typeface="Times"/>
              </a:rPr>
              <a:t>) = (2,1,2,1)</a:t>
            </a:r>
            <a:endParaRPr/>
          </a:p>
          <a:p>
            <a:pPr marL="341312" marR="0" lvl="0" indent="-341312" algn="l" rtl="0">
              <a:lnSpc>
                <a:spcPct val="100000"/>
              </a:lnSpc>
              <a:spcBef>
                <a:spcPts val="700"/>
              </a:spcBef>
              <a:spcAft>
                <a:spcPts val="0"/>
              </a:spcAft>
              <a:buClr>
                <a:schemeClr val="dk1"/>
              </a:buClr>
              <a:buSzPts val="2800"/>
              <a:buFont typeface="Times"/>
              <a:buNone/>
            </a:pPr>
            <a:endParaRPr sz="2800" b="0" i="0" u="none">
              <a:solidFill>
                <a:srgbClr val="000000"/>
              </a:solidFill>
              <a:latin typeface="Times"/>
              <a:ea typeface="Times"/>
              <a:cs typeface="Times"/>
              <a:sym typeface="Times"/>
            </a:endParaRPr>
          </a:p>
          <a:p>
            <a:pPr marL="0" marR="0" lvl="0" indent="0" algn="l" rtl="0">
              <a:lnSpc>
                <a:spcPct val="100000"/>
              </a:lnSpc>
              <a:spcBef>
                <a:spcPts val="0"/>
              </a:spcBef>
              <a:spcAft>
                <a:spcPts val="0"/>
              </a:spcAft>
              <a:buNone/>
            </a:pPr>
            <a:endParaRPr sz="2800" b="0" i="0" u="none">
              <a:solidFill>
                <a:srgbClr val="000000"/>
              </a:solidFill>
              <a:latin typeface="Times"/>
              <a:ea typeface="Times"/>
              <a:cs typeface="Times"/>
              <a:sym typeface="Times"/>
            </a:endParaRPr>
          </a:p>
        </p:txBody>
      </p:sp>
      <p:sp>
        <p:nvSpPr>
          <p:cNvPr id="1563" name="Google Shape;1563;g2a4cc99e909_1_612"/>
          <p:cNvSpPr txBox="1"/>
          <p:nvPr/>
        </p:nvSpPr>
        <p:spPr>
          <a:xfrm>
            <a:off x="1524000" y="396875"/>
            <a:ext cx="11074500" cy="1431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JOB SEQUENCING WITH DEADLINES (contd..)</a:t>
            </a:r>
            <a:endParaRPr/>
          </a:p>
        </p:txBody>
      </p:sp>
      <p:sp>
        <p:nvSpPr>
          <p:cNvPr id="1564" name="Google Shape;1564;g2a4cc99e909_1_612"/>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86</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sp>
        <p:nvSpPr>
          <p:cNvPr id="1570" name="Google Shape;1570;g2a4cc99e909_1_620"/>
          <p:cNvSpPr txBox="1"/>
          <p:nvPr/>
        </p:nvSpPr>
        <p:spPr>
          <a:xfrm>
            <a:off x="8737600" y="6248400"/>
            <a:ext cx="2540100" cy="4572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000000"/>
              </a:buClr>
              <a:buSzPts val="1400"/>
              <a:buFont typeface="Times"/>
              <a:buNone/>
            </a:pPr>
            <a:fld id="{00000000-1234-1234-1234-123412341234}" type="slidenum">
              <a:rPr lang="en-US" sz="1400" b="0" i="0" u="none">
                <a:solidFill>
                  <a:srgbClr val="000000"/>
                </a:solidFill>
                <a:latin typeface="Times"/>
                <a:ea typeface="Times"/>
                <a:cs typeface="Times"/>
                <a:sym typeface="Times"/>
              </a:rPr>
              <a:t>87</a:t>
            </a:fld>
            <a:endParaRPr/>
          </a:p>
        </p:txBody>
      </p:sp>
      <p:sp>
        <p:nvSpPr>
          <p:cNvPr id="1571" name="Google Shape;1571;g2a4cc99e909_1_620"/>
          <p:cNvSpPr txBox="1"/>
          <p:nvPr/>
        </p:nvSpPr>
        <p:spPr>
          <a:xfrm>
            <a:off x="914400" y="2628900"/>
            <a:ext cx="10363200" cy="4114800"/>
          </a:xfrm>
          <a:prstGeom prst="rect">
            <a:avLst/>
          </a:prstGeom>
          <a:noFill/>
          <a:ln>
            <a:noFill/>
          </a:ln>
        </p:spPr>
        <p:txBody>
          <a:bodyPr spcFirstLastPara="1" wrap="square" lIns="91425" tIns="45700" rIns="91425" bIns="45700" anchor="t" anchorCtr="0">
            <a:noAutofit/>
          </a:bodyPr>
          <a:lstStyle/>
          <a:p>
            <a:pPr marL="342900" marR="0" lvl="0" indent="-341312" algn="l" rtl="0">
              <a:lnSpc>
                <a:spcPct val="100000"/>
              </a:lnSpc>
              <a:spcBef>
                <a:spcPts val="0"/>
              </a:spcBef>
              <a:spcAft>
                <a:spcPts val="0"/>
              </a:spcAft>
              <a:buClr>
                <a:srgbClr val="000000"/>
              </a:buClr>
              <a:buSzPts val="2000"/>
              <a:buFont typeface="Times"/>
              <a:buNone/>
            </a:pPr>
            <a:r>
              <a:rPr lang="en-US" sz="2000" b="1" i="0" u="none">
                <a:solidFill>
                  <a:srgbClr val="000000"/>
                </a:solidFill>
                <a:latin typeface="Times"/>
                <a:ea typeface="Times"/>
                <a:cs typeface="Times"/>
                <a:sym typeface="Times"/>
              </a:rPr>
              <a:t>Sr.No.	Feasible 	Processing	Profit value</a:t>
            </a:r>
            <a:endParaRPr/>
          </a:p>
          <a:p>
            <a:pPr marL="342900" marR="0" lvl="0" indent="-341312" algn="l" rtl="0">
              <a:lnSpc>
                <a:spcPct val="100000"/>
              </a:lnSpc>
              <a:spcBef>
                <a:spcPts val="500"/>
              </a:spcBef>
              <a:spcAft>
                <a:spcPts val="0"/>
              </a:spcAft>
              <a:buClr>
                <a:srgbClr val="000000"/>
              </a:buClr>
              <a:buSzPts val="2000"/>
              <a:buFont typeface="Times"/>
              <a:buNone/>
            </a:pPr>
            <a:r>
              <a:rPr lang="en-US" sz="2000" b="1" i="0" u="none">
                <a:solidFill>
                  <a:srgbClr val="000000"/>
                </a:solidFill>
                <a:latin typeface="Times"/>
                <a:ea typeface="Times"/>
                <a:cs typeface="Times"/>
                <a:sym typeface="Times"/>
              </a:rPr>
              <a:t>		Solution		Sequence</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(i)		(1,2)		(2,1)		110</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(ii)		(1,3)		(1,3) or (3,1)	115</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(iii)	         (1,4)		(4,1)		127    is the optimal one</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(iv)	(2,3)		(2,3)		25</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(v)		(3,4)		(4,3)		42</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(vi)	(1)		(1)		100</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(vii)	(2)		(2)		10</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(viii)	(3)		(3)		15</a:t>
            </a:r>
            <a:endParaRPr/>
          </a:p>
          <a:p>
            <a:pPr marL="342900" marR="0" lvl="0" indent="-341312" algn="l" rtl="0">
              <a:lnSpc>
                <a:spcPct val="100000"/>
              </a:lnSpc>
              <a:spcBef>
                <a:spcPts val="500"/>
              </a:spcBef>
              <a:spcAft>
                <a:spcPts val="0"/>
              </a:spcAft>
              <a:buClr>
                <a:srgbClr val="000000"/>
              </a:buClr>
              <a:buSzPts val="2000"/>
              <a:buFont typeface="Times"/>
              <a:buNone/>
            </a:pPr>
            <a:r>
              <a:rPr lang="en-US" sz="2000" b="0" i="0" u="none">
                <a:solidFill>
                  <a:srgbClr val="000000"/>
                </a:solidFill>
                <a:latin typeface="Times"/>
                <a:ea typeface="Times"/>
                <a:cs typeface="Times"/>
                <a:sym typeface="Times"/>
              </a:rPr>
              <a:t>(ix)	(4)		(4)		27</a:t>
            </a:r>
            <a:endParaRPr/>
          </a:p>
        </p:txBody>
      </p:sp>
      <p:cxnSp>
        <p:nvCxnSpPr>
          <p:cNvPr id="1572" name="Google Shape;1572;g2a4cc99e909_1_620"/>
          <p:cNvCxnSpPr/>
          <p:nvPr/>
        </p:nvCxnSpPr>
        <p:spPr>
          <a:xfrm>
            <a:off x="1056216" y="4535487"/>
            <a:ext cx="6705600" cy="1500"/>
          </a:xfrm>
          <a:prstGeom prst="straightConnector1">
            <a:avLst/>
          </a:prstGeom>
          <a:noFill/>
          <a:ln w="9525" cap="flat" cmpd="sng">
            <a:solidFill>
              <a:srgbClr val="000000"/>
            </a:solidFill>
            <a:prstDash val="solid"/>
            <a:miter lim="800000"/>
            <a:headEnd type="none" w="med" len="med"/>
            <a:tailEnd type="none" w="med" len="med"/>
          </a:ln>
        </p:spPr>
      </p:cxnSp>
      <p:cxnSp>
        <p:nvCxnSpPr>
          <p:cNvPr id="1573" name="Google Shape;1573;g2a4cc99e909_1_620"/>
          <p:cNvCxnSpPr/>
          <p:nvPr/>
        </p:nvCxnSpPr>
        <p:spPr>
          <a:xfrm rot="10800000" flipH="1">
            <a:off x="7776633" y="4317875"/>
            <a:ext cx="2100" cy="231900"/>
          </a:xfrm>
          <a:prstGeom prst="straightConnector1">
            <a:avLst/>
          </a:prstGeom>
          <a:noFill/>
          <a:ln w="9525" cap="flat" cmpd="sng">
            <a:solidFill>
              <a:srgbClr val="000000"/>
            </a:solidFill>
            <a:prstDash val="solid"/>
            <a:miter lim="800000"/>
            <a:headEnd type="none" w="med" len="med"/>
            <a:tailEnd type="triangle" w="med" len="med"/>
          </a:ln>
        </p:spPr>
      </p:cxnSp>
      <p:sp>
        <p:nvSpPr>
          <p:cNvPr id="1574" name="Google Shape;1574;g2a4cc99e909_1_620"/>
          <p:cNvSpPr txBox="1"/>
          <p:nvPr/>
        </p:nvSpPr>
        <p:spPr>
          <a:xfrm>
            <a:off x="508000" y="1655762"/>
            <a:ext cx="11277600" cy="1003200"/>
          </a:xfrm>
          <a:prstGeom prst="rect">
            <a:avLst/>
          </a:prstGeom>
          <a:noFill/>
          <a:ln>
            <a:noFill/>
          </a:ln>
        </p:spPr>
        <p:txBody>
          <a:bodyPr spcFirstLastPara="1" wrap="square" lIns="90000" tIns="46800" rIns="90000" bIns="46800" anchor="t" anchorCtr="0">
            <a:noAutofit/>
          </a:bodyPr>
          <a:lstStyle/>
          <a:p>
            <a:pPr marL="0" marR="0" lvl="0" indent="0" algn="just" rtl="0">
              <a:lnSpc>
                <a:spcPct val="100000"/>
              </a:lnSpc>
              <a:spcBef>
                <a:spcPts val="0"/>
              </a:spcBef>
              <a:spcAft>
                <a:spcPts val="0"/>
              </a:spcAft>
              <a:buClr>
                <a:srgbClr val="000000"/>
              </a:buClr>
              <a:buSzPts val="2800"/>
              <a:buFont typeface="Times"/>
              <a:buNone/>
            </a:pPr>
            <a:r>
              <a:rPr lang="en-US" sz="2800" b="1" i="0" u="none">
                <a:solidFill>
                  <a:srgbClr val="000000"/>
                </a:solidFill>
                <a:latin typeface="Times"/>
                <a:ea typeface="Times"/>
                <a:cs typeface="Times"/>
                <a:sym typeface="Times"/>
              </a:rPr>
              <a:t>Example</a:t>
            </a:r>
            <a:r>
              <a:rPr lang="en-US" sz="2800" b="0" i="0" u="none">
                <a:solidFill>
                  <a:srgbClr val="000000"/>
                </a:solidFill>
                <a:latin typeface="Times"/>
                <a:ea typeface="Times"/>
                <a:cs typeface="Times"/>
                <a:sym typeface="Times"/>
              </a:rPr>
              <a:t> : Let n = 4, (p</a:t>
            </a:r>
            <a:r>
              <a:rPr lang="en-US" sz="2800" b="0" i="0" u="none" baseline="-25000">
                <a:solidFill>
                  <a:srgbClr val="000000"/>
                </a:solidFill>
                <a:latin typeface="Times"/>
                <a:ea typeface="Times"/>
                <a:cs typeface="Times"/>
                <a:sym typeface="Times"/>
              </a:rPr>
              <a:t>1</a:t>
            </a:r>
            <a:r>
              <a:rPr lang="en-US" sz="2800" b="0" i="0" u="none">
                <a:solidFill>
                  <a:srgbClr val="000000"/>
                </a:solidFill>
                <a:latin typeface="Times"/>
                <a:ea typeface="Times"/>
                <a:cs typeface="Times"/>
                <a:sym typeface="Times"/>
              </a:rPr>
              <a:t>,p</a:t>
            </a:r>
            <a:r>
              <a:rPr lang="en-US" sz="2800" b="0" i="0" u="none" baseline="-25000">
                <a:solidFill>
                  <a:srgbClr val="000000"/>
                </a:solidFill>
                <a:latin typeface="Times"/>
                <a:ea typeface="Times"/>
                <a:cs typeface="Times"/>
                <a:sym typeface="Times"/>
              </a:rPr>
              <a:t>2</a:t>
            </a:r>
            <a:r>
              <a:rPr lang="en-US" sz="2800" b="0" i="0" u="none">
                <a:solidFill>
                  <a:srgbClr val="000000"/>
                </a:solidFill>
                <a:latin typeface="Times"/>
                <a:ea typeface="Times"/>
                <a:cs typeface="Times"/>
                <a:sym typeface="Times"/>
              </a:rPr>
              <a:t>,p</a:t>
            </a:r>
            <a:r>
              <a:rPr lang="en-US" sz="2800" b="0" i="0" u="none" baseline="-25000">
                <a:solidFill>
                  <a:srgbClr val="000000"/>
                </a:solidFill>
                <a:latin typeface="Times"/>
                <a:ea typeface="Times"/>
                <a:cs typeface="Times"/>
                <a:sym typeface="Times"/>
              </a:rPr>
              <a:t>3</a:t>
            </a:r>
            <a:r>
              <a:rPr lang="en-US" sz="2800" b="0" i="0" u="none">
                <a:solidFill>
                  <a:srgbClr val="000000"/>
                </a:solidFill>
                <a:latin typeface="Times"/>
                <a:ea typeface="Times"/>
                <a:cs typeface="Times"/>
                <a:sym typeface="Times"/>
              </a:rPr>
              <a:t>,p</a:t>
            </a:r>
            <a:r>
              <a:rPr lang="en-US" sz="2800" b="0" i="0" u="none" baseline="-25000">
                <a:solidFill>
                  <a:srgbClr val="000000"/>
                </a:solidFill>
                <a:latin typeface="Times"/>
                <a:ea typeface="Times"/>
                <a:cs typeface="Times"/>
                <a:sym typeface="Times"/>
              </a:rPr>
              <a:t>4</a:t>
            </a:r>
            <a:r>
              <a:rPr lang="en-US" sz="2800" b="0" i="0" u="none">
                <a:solidFill>
                  <a:srgbClr val="000000"/>
                </a:solidFill>
                <a:latin typeface="Times"/>
                <a:ea typeface="Times"/>
                <a:cs typeface="Times"/>
                <a:sym typeface="Times"/>
              </a:rPr>
              <a:t>) = (100,10,15,27), (d</a:t>
            </a:r>
            <a:r>
              <a:rPr lang="en-US" sz="2800" b="0" i="0" u="none" baseline="-25000">
                <a:solidFill>
                  <a:srgbClr val="000000"/>
                </a:solidFill>
                <a:latin typeface="Times"/>
                <a:ea typeface="Times"/>
                <a:cs typeface="Times"/>
                <a:sym typeface="Times"/>
              </a:rPr>
              <a:t>1</a:t>
            </a:r>
            <a:r>
              <a:rPr lang="en-US" sz="2800" b="0" i="0" u="none">
                <a:solidFill>
                  <a:srgbClr val="000000"/>
                </a:solidFill>
                <a:latin typeface="Times"/>
                <a:ea typeface="Times"/>
                <a:cs typeface="Times"/>
                <a:sym typeface="Times"/>
              </a:rPr>
              <a:t>,d</a:t>
            </a:r>
            <a:r>
              <a:rPr lang="en-US" sz="2800" b="0" i="0" u="none" baseline="-25000">
                <a:solidFill>
                  <a:srgbClr val="000000"/>
                </a:solidFill>
                <a:latin typeface="Times"/>
                <a:ea typeface="Times"/>
                <a:cs typeface="Times"/>
                <a:sym typeface="Times"/>
              </a:rPr>
              <a:t>2</a:t>
            </a:r>
            <a:r>
              <a:rPr lang="en-US" sz="2800" b="0" i="0" u="none">
                <a:solidFill>
                  <a:srgbClr val="000000"/>
                </a:solidFill>
                <a:latin typeface="Times"/>
                <a:ea typeface="Times"/>
                <a:cs typeface="Times"/>
                <a:sym typeface="Times"/>
              </a:rPr>
              <a:t>,d</a:t>
            </a:r>
            <a:r>
              <a:rPr lang="en-US" sz="2800" b="0" i="0" u="none" baseline="-25000">
                <a:solidFill>
                  <a:srgbClr val="000000"/>
                </a:solidFill>
                <a:latin typeface="Times"/>
                <a:ea typeface="Times"/>
                <a:cs typeface="Times"/>
                <a:sym typeface="Times"/>
              </a:rPr>
              <a:t>3</a:t>
            </a:r>
            <a:r>
              <a:rPr lang="en-US" sz="2800" b="0" i="0" u="none">
                <a:solidFill>
                  <a:srgbClr val="000000"/>
                </a:solidFill>
                <a:latin typeface="Times"/>
                <a:ea typeface="Times"/>
                <a:cs typeface="Times"/>
                <a:sym typeface="Times"/>
              </a:rPr>
              <a:t>,d</a:t>
            </a:r>
            <a:r>
              <a:rPr lang="en-US" sz="2800" b="0" i="0" u="none" baseline="-25000">
                <a:solidFill>
                  <a:srgbClr val="000000"/>
                </a:solidFill>
                <a:latin typeface="Times"/>
                <a:ea typeface="Times"/>
                <a:cs typeface="Times"/>
                <a:sym typeface="Times"/>
              </a:rPr>
              <a:t>4</a:t>
            </a:r>
            <a:r>
              <a:rPr lang="en-US" sz="2800" b="0" i="0" u="none">
                <a:solidFill>
                  <a:srgbClr val="000000"/>
                </a:solidFill>
                <a:latin typeface="Times"/>
                <a:ea typeface="Times"/>
                <a:cs typeface="Times"/>
                <a:sym typeface="Times"/>
              </a:rPr>
              <a:t>) = (2,1,2,1)</a:t>
            </a:r>
            <a:endParaRPr/>
          </a:p>
        </p:txBody>
      </p:sp>
      <p:sp>
        <p:nvSpPr>
          <p:cNvPr id="1575" name="Google Shape;1575;g2a4cc99e909_1_620"/>
          <p:cNvSpPr txBox="1"/>
          <p:nvPr/>
        </p:nvSpPr>
        <p:spPr>
          <a:xfrm>
            <a:off x="1727200" y="304800"/>
            <a:ext cx="11074500" cy="1431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JOB SEQUENCING WITH DEADLINES (contd..)</a:t>
            </a:r>
            <a:endParaRPr/>
          </a:p>
        </p:txBody>
      </p:sp>
      <p:sp>
        <p:nvSpPr>
          <p:cNvPr id="1576" name="Google Shape;1576;g2a4cc99e909_1_620"/>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87</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581"/>
        <p:cNvGrpSpPr/>
        <p:nvPr/>
      </p:nvGrpSpPr>
      <p:grpSpPr>
        <a:xfrm>
          <a:off x="0" y="0"/>
          <a:ext cx="0" cy="0"/>
          <a:chOff x="0" y="0"/>
          <a:chExt cx="0" cy="0"/>
        </a:xfrm>
      </p:grpSpPr>
      <p:sp>
        <p:nvSpPr>
          <p:cNvPr id="1582" name="Google Shape;1582;g2a4cc99e909_1_631"/>
          <p:cNvSpPr txBox="1"/>
          <p:nvPr/>
        </p:nvSpPr>
        <p:spPr>
          <a:xfrm>
            <a:off x="8737600" y="6248400"/>
            <a:ext cx="2540100" cy="4572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000000"/>
              </a:buClr>
              <a:buSzPts val="1400"/>
              <a:buFont typeface="Times"/>
              <a:buNone/>
            </a:pPr>
            <a:fld id="{00000000-1234-1234-1234-123412341234}" type="slidenum">
              <a:rPr lang="en-US" sz="1400" b="0" i="0" u="none">
                <a:solidFill>
                  <a:srgbClr val="000000"/>
                </a:solidFill>
                <a:latin typeface="Times"/>
                <a:ea typeface="Times"/>
                <a:cs typeface="Times"/>
                <a:sym typeface="Times"/>
              </a:rPr>
              <a:t>88</a:t>
            </a:fld>
            <a:endParaRPr/>
          </a:p>
        </p:txBody>
      </p:sp>
      <p:sp>
        <p:nvSpPr>
          <p:cNvPr id="1583" name="Google Shape;1583;g2a4cc99e909_1_631"/>
          <p:cNvSpPr txBox="1"/>
          <p:nvPr/>
        </p:nvSpPr>
        <p:spPr>
          <a:xfrm>
            <a:off x="1016000" y="0"/>
            <a:ext cx="10363200" cy="118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Example Explanation</a:t>
            </a:r>
            <a:endParaRPr/>
          </a:p>
        </p:txBody>
      </p:sp>
      <p:sp>
        <p:nvSpPr>
          <p:cNvPr id="1584" name="Google Shape;1584;g2a4cc99e909_1_631"/>
          <p:cNvSpPr txBox="1"/>
          <p:nvPr/>
        </p:nvSpPr>
        <p:spPr>
          <a:xfrm>
            <a:off x="914400" y="1295400"/>
            <a:ext cx="10363200" cy="4118100"/>
          </a:xfrm>
          <a:prstGeom prst="rect">
            <a:avLst/>
          </a:prstGeom>
          <a:noFill/>
          <a:ln>
            <a:noFill/>
          </a:ln>
        </p:spPr>
        <p:txBody>
          <a:bodyPr spcFirstLastPara="1" wrap="square" lIns="91425" tIns="45700" rIns="91425" bIns="45700" anchor="t" anchorCtr="0">
            <a:noAutofit/>
          </a:bodyPr>
          <a:lstStyle/>
          <a:p>
            <a:pPr marL="341312" marR="0" lvl="0" indent="-341312" algn="just" rtl="0">
              <a:lnSpc>
                <a:spcPct val="100000"/>
              </a:lnSpc>
              <a:spcBef>
                <a:spcPts val="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Consider the jobs in the non increasing order of profits subject to the constraint that the resulting job sequence J is a feasible solution.</a:t>
            </a:r>
            <a:endParaRPr/>
          </a:p>
          <a:p>
            <a:pPr marL="341312" marR="0" lvl="0" indent="-341312" algn="just" rtl="0">
              <a:lnSpc>
                <a:spcPct val="100000"/>
              </a:lnSpc>
              <a:spcBef>
                <a:spcPts val="800"/>
              </a:spcBef>
              <a:spcAft>
                <a:spcPts val="0"/>
              </a:spcAft>
              <a:buClr>
                <a:srgbClr val="000000"/>
              </a:buClr>
              <a:buSzPts val="2800"/>
              <a:buFont typeface="Times New Roman"/>
              <a:buChar char="•"/>
            </a:pPr>
            <a:r>
              <a:rPr lang="en-US" sz="2800" b="0" i="0" u="none">
                <a:solidFill>
                  <a:srgbClr val="000000"/>
                </a:solidFill>
                <a:latin typeface="Times New Roman"/>
                <a:ea typeface="Times New Roman"/>
                <a:cs typeface="Times New Roman"/>
                <a:sym typeface="Times New Roman"/>
              </a:rPr>
              <a:t>In the example considered before, the non-increasing profit vector is </a:t>
            </a:r>
            <a:endParaRPr/>
          </a:p>
          <a:p>
            <a:pPr marL="457200" marR="0" lvl="1" indent="-284162" algn="just" rtl="0">
              <a:lnSpc>
                <a:spcPct val="100000"/>
              </a:lnSpc>
              <a:spcBef>
                <a:spcPts val="70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	(100   27    15    10)         (2    1    2    1) 	    p</a:t>
            </a:r>
            <a:r>
              <a:rPr lang="en-US" sz="2400" b="0" i="0" u="none" strike="noStrike" cap="none" baseline="-25000">
                <a:solidFill>
                  <a:srgbClr val="000000"/>
                </a:solidFill>
                <a:latin typeface="Times New Roman"/>
                <a:ea typeface="Times New Roman"/>
                <a:cs typeface="Times New Roman"/>
                <a:sym typeface="Times New Roman"/>
              </a:rPr>
              <a:t>1</a:t>
            </a:r>
            <a:r>
              <a:rPr lang="en-US" sz="2400" b="0" i="0" u="none" strike="noStrike" cap="none">
                <a:solidFill>
                  <a:srgbClr val="000000"/>
                </a:solidFill>
                <a:latin typeface="Times New Roman"/>
                <a:ea typeface="Times New Roman"/>
                <a:cs typeface="Times New Roman"/>
                <a:sym typeface="Times New Roman"/>
              </a:rPr>
              <a:t>  p</a:t>
            </a:r>
            <a:r>
              <a:rPr lang="en-US" sz="2400" b="0" i="0" u="none" strike="noStrike" cap="none" baseline="-25000">
                <a:solidFill>
                  <a:srgbClr val="000000"/>
                </a:solidFill>
                <a:latin typeface="Times New Roman"/>
                <a:ea typeface="Times New Roman"/>
                <a:cs typeface="Times New Roman"/>
                <a:sym typeface="Times New Roman"/>
              </a:rPr>
              <a:t>4</a:t>
            </a:r>
            <a:r>
              <a:rPr lang="en-US" sz="2400" b="0" i="0" u="none" strike="noStrike" cap="none">
                <a:solidFill>
                  <a:srgbClr val="000000"/>
                </a:solidFill>
                <a:latin typeface="Times New Roman"/>
                <a:ea typeface="Times New Roman"/>
                <a:cs typeface="Times New Roman"/>
                <a:sym typeface="Times New Roman"/>
              </a:rPr>
              <a:t>	    p</a:t>
            </a:r>
            <a:r>
              <a:rPr lang="en-US" sz="2400" b="0" i="0" u="none" strike="noStrike" cap="none" baseline="-25000">
                <a:solidFill>
                  <a:srgbClr val="000000"/>
                </a:solidFill>
                <a:latin typeface="Times New Roman"/>
                <a:ea typeface="Times New Roman"/>
                <a:cs typeface="Times New Roman"/>
                <a:sym typeface="Times New Roman"/>
              </a:rPr>
              <a:t>3</a:t>
            </a:r>
            <a:r>
              <a:rPr lang="en-US" sz="2400" b="0" i="0" u="none" strike="noStrike" cap="none">
                <a:solidFill>
                  <a:srgbClr val="000000"/>
                </a:solidFill>
                <a:latin typeface="Times New Roman"/>
                <a:ea typeface="Times New Roman"/>
                <a:cs typeface="Times New Roman"/>
                <a:sym typeface="Times New Roman"/>
              </a:rPr>
              <a:t>	   p</a:t>
            </a:r>
            <a:r>
              <a:rPr lang="en-US" sz="2400" b="0" i="0" u="none" strike="noStrike" cap="none" baseline="-25000">
                <a:solidFill>
                  <a:srgbClr val="000000"/>
                </a:solidFill>
                <a:latin typeface="Times New Roman"/>
                <a:ea typeface="Times New Roman"/>
                <a:cs typeface="Times New Roman"/>
                <a:sym typeface="Times New Roman"/>
              </a:rPr>
              <a:t>2                </a:t>
            </a:r>
            <a:r>
              <a:rPr lang="en-US" sz="2400" b="0" i="0" u="none" strike="noStrike" cap="none">
                <a:solidFill>
                  <a:srgbClr val="000000"/>
                </a:solidFill>
                <a:latin typeface="Times New Roman"/>
                <a:ea typeface="Times New Roman"/>
                <a:cs typeface="Times New Roman"/>
                <a:sym typeface="Times New Roman"/>
              </a:rPr>
              <a:t>  d</a:t>
            </a:r>
            <a:r>
              <a:rPr lang="en-US" sz="2400" b="0" i="0" u="none" strike="noStrike" cap="none" baseline="-25000">
                <a:solidFill>
                  <a:srgbClr val="000000"/>
                </a:solidFill>
                <a:latin typeface="Times New Roman"/>
                <a:ea typeface="Times New Roman"/>
                <a:cs typeface="Times New Roman"/>
                <a:sym typeface="Times New Roman"/>
              </a:rPr>
              <a:t>1</a:t>
            </a:r>
            <a:r>
              <a:rPr lang="en-US" sz="2400" b="0" i="0" u="none" strike="noStrike" cap="none">
                <a:solidFill>
                  <a:srgbClr val="000000"/>
                </a:solidFill>
                <a:latin typeface="Times New Roman"/>
                <a:ea typeface="Times New Roman"/>
                <a:cs typeface="Times New Roman"/>
                <a:sym typeface="Times New Roman"/>
              </a:rPr>
              <a:t>  d</a:t>
            </a:r>
            <a:r>
              <a:rPr lang="en-US" sz="2400" b="0" i="0" u="none" strike="noStrike" cap="none" baseline="-25000">
                <a:solidFill>
                  <a:srgbClr val="000000"/>
                </a:solidFill>
                <a:latin typeface="Times New Roman"/>
                <a:ea typeface="Times New Roman"/>
                <a:cs typeface="Times New Roman"/>
                <a:sym typeface="Times New Roman"/>
              </a:rPr>
              <a:t>4</a:t>
            </a:r>
            <a:r>
              <a:rPr lang="en-US" sz="2400" b="0" i="0" u="none" strike="noStrike" cap="none">
                <a:solidFill>
                  <a:srgbClr val="000000"/>
                </a:solidFill>
                <a:latin typeface="Times New Roman"/>
                <a:ea typeface="Times New Roman"/>
                <a:cs typeface="Times New Roman"/>
                <a:sym typeface="Times New Roman"/>
              </a:rPr>
              <a:t>	d</a:t>
            </a:r>
            <a:r>
              <a:rPr lang="en-US" sz="2400" b="0" i="0" u="none" strike="noStrike" cap="none" baseline="-25000">
                <a:solidFill>
                  <a:srgbClr val="000000"/>
                </a:solidFill>
                <a:latin typeface="Times New Roman"/>
                <a:ea typeface="Times New Roman"/>
                <a:cs typeface="Times New Roman"/>
                <a:sym typeface="Times New Roman"/>
              </a:rPr>
              <a:t>3</a:t>
            </a:r>
            <a:r>
              <a:rPr lang="en-US" sz="2400" b="0" i="0" u="none" strike="noStrike" cap="none">
                <a:solidFill>
                  <a:srgbClr val="000000"/>
                </a:solidFill>
                <a:latin typeface="Times New Roman"/>
                <a:ea typeface="Times New Roman"/>
                <a:cs typeface="Times New Roman"/>
                <a:sym typeface="Times New Roman"/>
              </a:rPr>
              <a:t>   d</a:t>
            </a:r>
            <a:r>
              <a:rPr lang="en-US" sz="2400" b="0" i="0" u="none" strike="noStrike" cap="none" baseline="-25000">
                <a:solidFill>
                  <a:srgbClr val="000000"/>
                </a:solidFill>
                <a:latin typeface="Times New Roman"/>
                <a:ea typeface="Times New Roman"/>
                <a:cs typeface="Times New Roman"/>
                <a:sym typeface="Times New Roman"/>
              </a:rPr>
              <a:t>2</a:t>
            </a:r>
            <a:endParaRPr/>
          </a:p>
        </p:txBody>
      </p:sp>
      <p:sp>
        <p:nvSpPr>
          <p:cNvPr id="1585" name="Google Shape;1585;g2a4cc99e909_1_631"/>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88</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g2a4cc99e909_1_639"/>
          <p:cNvSpPr txBox="1"/>
          <p:nvPr/>
        </p:nvSpPr>
        <p:spPr>
          <a:xfrm>
            <a:off x="8737600" y="6248400"/>
            <a:ext cx="2540100" cy="4572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000000"/>
              </a:buClr>
              <a:buSzPts val="1400"/>
              <a:buFont typeface="Times"/>
              <a:buNone/>
            </a:pPr>
            <a:fld id="{00000000-1234-1234-1234-123412341234}" type="slidenum">
              <a:rPr lang="en-US" sz="1400" b="0" i="0" u="none">
                <a:solidFill>
                  <a:srgbClr val="000000"/>
                </a:solidFill>
                <a:latin typeface="Times"/>
                <a:ea typeface="Times"/>
                <a:cs typeface="Times"/>
                <a:sym typeface="Times"/>
              </a:rPr>
              <a:t>89</a:t>
            </a:fld>
            <a:endParaRPr/>
          </a:p>
        </p:txBody>
      </p:sp>
      <p:sp>
        <p:nvSpPr>
          <p:cNvPr id="1592" name="Google Shape;1592;g2a4cc99e909_1_639"/>
          <p:cNvSpPr txBox="1"/>
          <p:nvPr/>
        </p:nvSpPr>
        <p:spPr>
          <a:xfrm>
            <a:off x="1219200" y="381000"/>
            <a:ext cx="103632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993300"/>
              </a:buClr>
              <a:buSzPts val="3600"/>
              <a:buFont typeface="Times New Roman"/>
              <a:buNone/>
            </a:pPr>
            <a:r>
              <a:rPr lang="en-US" sz="3600" b="0" i="0" u="none">
                <a:solidFill>
                  <a:srgbClr val="993300"/>
                </a:solidFill>
                <a:latin typeface="Times New Roman"/>
                <a:ea typeface="Times New Roman"/>
                <a:cs typeface="Times New Roman"/>
                <a:sym typeface="Times New Roman"/>
              </a:rPr>
              <a:t>GREEDY ALGORITHM TO OBTAIN AN OPTIMAL SOLUTION (Contd..)</a:t>
            </a:r>
            <a:endParaRPr/>
          </a:p>
        </p:txBody>
      </p:sp>
      <p:sp>
        <p:nvSpPr>
          <p:cNvPr id="1593" name="Google Shape;1593;g2a4cc99e909_1_639"/>
          <p:cNvSpPr txBox="1"/>
          <p:nvPr/>
        </p:nvSpPr>
        <p:spPr>
          <a:xfrm>
            <a:off x="914400" y="1981200"/>
            <a:ext cx="10363200" cy="4495800"/>
          </a:xfrm>
          <a:prstGeom prst="rect">
            <a:avLst/>
          </a:prstGeom>
          <a:noFill/>
          <a:ln>
            <a:noFill/>
          </a:ln>
        </p:spPr>
        <p:txBody>
          <a:bodyPr spcFirstLastPara="1" wrap="square" lIns="91425" tIns="45700" rIns="91425" bIns="45700" anchor="t" anchorCtr="0">
            <a:noAutofit/>
          </a:bodyPr>
          <a:lstStyle/>
          <a:p>
            <a:pPr marL="342900" marR="0" lvl="1" indent="-341312" algn="l" rtl="0">
              <a:lnSpc>
                <a:spcPct val="100000"/>
              </a:lnSpc>
              <a:spcBef>
                <a:spcPts val="0"/>
              </a:spcBef>
              <a:spcAft>
                <a:spcPts val="0"/>
              </a:spcAft>
              <a:buClr>
                <a:srgbClr val="000000"/>
              </a:buClr>
              <a:buSzPts val="2800"/>
              <a:buFont typeface="Times"/>
              <a:buNone/>
            </a:pPr>
            <a:r>
              <a:rPr lang="en-US" sz="2800" b="0" i="0" u="none" strike="noStrike" cap="none">
                <a:solidFill>
                  <a:srgbClr val="000000"/>
                </a:solidFill>
                <a:latin typeface="Times"/>
                <a:ea typeface="Times"/>
                <a:cs typeface="Times"/>
                <a:sym typeface="Times"/>
              </a:rPr>
              <a:t>	(100   27    15    10)         (2    1    2    1) 	  </a:t>
            </a:r>
            <a:endParaRPr/>
          </a:p>
          <a:p>
            <a:pPr marL="342900" marR="0" lvl="1" indent="-341312" algn="l" rtl="0">
              <a:lnSpc>
                <a:spcPct val="100000"/>
              </a:lnSpc>
              <a:spcBef>
                <a:spcPts val="800"/>
              </a:spcBef>
              <a:spcAft>
                <a:spcPts val="0"/>
              </a:spcAft>
              <a:buClr>
                <a:srgbClr val="000000"/>
              </a:buClr>
              <a:buSzPts val="2800"/>
              <a:buFont typeface="Times"/>
              <a:buNone/>
            </a:pPr>
            <a:r>
              <a:rPr lang="en-US" sz="2800" b="0" i="0" u="none" strike="noStrike" cap="none">
                <a:solidFill>
                  <a:srgbClr val="000000"/>
                </a:solidFill>
                <a:latin typeface="Times"/>
                <a:ea typeface="Times"/>
                <a:cs typeface="Times"/>
                <a:sym typeface="Times"/>
              </a:rPr>
              <a:t>      p</a:t>
            </a:r>
            <a:r>
              <a:rPr lang="en-US" sz="2800" b="0" i="0" u="none" strike="noStrike" cap="none" baseline="-25000">
                <a:solidFill>
                  <a:srgbClr val="000000"/>
                </a:solidFill>
                <a:latin typeface="Times"/>
                <a:ea typeface="Times"/>
                <a:cs typeface="Times"/>
                <a:sym typeface="Times"/>
              </a:rPr>
              <a:t>1</a:t>
            </a:r>
            <a:r>
              <a:rPr lang="en-US" sz="2800" b="0" i="0" u="none" strike="noStrike" cap="none">
                <a:solidFill>
                  <a:srgbClr val="000000"/>
                </a:solidFill>
                <a:latin typeface="Times"/>
                <a:ea typeface="Times"/>
                <a:cs typeface="Times"/>
                <a:sym typeface="Times"/>
              </a:rPr>
              <a:t>      p</a:t>
            </a:r>
            <a:r>
              <a:rPr lang="en-US" sz="2800" b="0" i="0" u="none" strike="noStrike" cap="none" baseline="-25000">
                <a:solidFill>
                  <a:srgbClr val="000000"/>
                </a:solidFill>
                <a:latin typeface="Times"/>
                <a:ea typeface="Times"/>
                <a:cs typeface="Times"/>
                <a:sym typeface="Times"/>
              </a:rPr>
              <a:t>4</a:t>
            </a:r>
            <a:r>
              <a:rPr lang="en-US" sz="2800" b="0" i="0" u="none" strike="noStrike" cap="none">
                <a:solidFill>
                  <a:srgbClr val="000000"/>
                </a:solidFill>
                <a:latin typeface="Times"/>
                <a:ea typeface="Times"/>
                <a:cs typeface="Times"/>
                <a:sym typeface="Times"/>
              </a:rPr>
              <a:t>	   p</a:t>
            </a:r>
            <a:r>
              <a:rPr lang="en-US" sz="2800" b="0" i="0" u="none" strike="noStrike" cap="none" baseline="-25000">
                <a:solidFill>
                  <a:srgbClr val="000000"/>
                </a:solidFill>
                <a:latin typeface="Times"/>
                <a:ea typeface="Times"/>
                <a:cs typeface="Times"/>
                <a:sym typeface="Times"/>
              </a:rPr>
              <a:t>3</a:t>
            </a:r>
            <a:r>
              <a:rPr lang="en-US" sz="2800" b="0" i="0" u="none" strike="noStrike" cap="none">
                <a:solidFill>
                  <a:srgbClr val="000000"/>
                </a:solidFill>
                <a:latin typeface="Times"/>
                <a:ea typeface="Times"/>
                <a:cs typeface="Times"/>
                <a:sym typeface="Times"/>
              </a:rPr>
              <a:t>   p</a:t>
            </a:r>
            <a:r>
              <a:rPr lang="en-US" sz="2800" b="0" i="0" u="none" strike="noStrike" cap="none" baseline="-25000">
                <a:solidFill>
                  <a:srgbClr val="000000"/>
                </a:solidFill>
                <a:latin typeface="Times"/>
                <a:ea typeface="Times"/>
                <a:cs typeface="Times"/>
                <a:sym typeface="Times"/>
              </a:rPr>
              <a:t>2                </a:t>
            </a:r>
            <a:r>
              <a:rPr lang="en-US" sz="2800" b="0" i="0" u="none" strike="noStrike" cap="none">
                <a:solidFill>
                  <a:srgbClr val="000000"/>
                </a:solidFill>
                <a:latin typeface="Times"/>
                <a:ea typeface="Times"/>
                <a:cs typeface="Times"/>
                <a:sym typeface="Times"/>
              </a:rPr>
              <a:t>  d</a:t>
            </a:r>
            <a:r>
              <a:rPr lang="en-US" sz="2800" b="0" i="0" u="none" strike="noStrike" cap="none" baseline="-25000">
                <a:solidFill>
                  <a:srgbClr val="000000"/>
                </a:solidFill>
                <a:latin typeface="Times"/>
                <a:ea typeface="Times"/>
                <a:cs typeface="Times"/>
                <a:sym typeface="Times"/>
              </a:rPr>
              <a:t>1</a:t>
            </a:r>
            <a:r>
              <a:rPr lang="en-US" sz="2800" b="0" i="0" u="none" strike="noStrike" cap="none">
                <a:solidFill>
                  <a:srgbClr val="000000"/>
                </a:solidFill>
                <a:latin typeface="Times"/>
                <a:ea typeface="Times"/>
                <a:cs typeface="Times"/>
                <a:sym typeface="Times"/>
              </a:rPr>
              <a:t>  d</a:t>
            </a:r>
            <a:r>
              <a:rPr lang="en-US" sz="2800" b="0" i="0" u="none" strike="noStrike" cap="none" baseline="-25000">
                <a:solidFill>
                  <a:srgbClr val="000000"/>
                </a:solidFill>
                <a:latin typeface="Times"/>
                <a:ea typeface="Times"/>
                <a:cs typeface="Times"/>
                <a:sym typeface="Times"/>
              </a:rPr>
              <a:t>4</a:t>
            </a:r>
            <a:r>
              <a:rPr lang="en-US" sz="2800" b="0" i="0" u="none" strike="noStrike" cap="none">
                <a:solidFill>
                  <a:srgbClr val="000000"/>
                </a:solidFill>
                <a:latin typeface="Times"/>
                <a:ea typeface="Times"/>
                <a:cs typeface="Times"/>
                <a:sym typeface="Times"/>
              </a:rPr>
              <a:t>   d</a:t>
            </a:r>
            <a:r>
              <a:rPr lang="en-US" sz="2800" b="0" i="0" u="none" strike="noStrike" cap="none" baseline="-25000">
                <a:solidFill>
                  <a:srgbClr val="000000"/>
                </a:solidFill>
                <a:latin typeface="Times"/>
                <a:ea typeface="Times"/>
                <a:cs typeface="Times"/>
                <a:sym typeface="Times"/>
              </a:rPr>
              <a:t>3</a:t>
            </a:r>
            <a:r>
              <a:rPr lang="en-US" sz="2800" b="0" i="0" u="none" strike="noStrike" cap="none">
                <a:solidFill>
                  <a:srgbClr val="000000"/>
                </a:solidFill>
                <a:latin typeface="Times"/>
                <a:ea typeface="Times"/>
                <a:cs typeface="Times"/>
                <a:sym typeface="Times"/>
              </a:rPr>
              <a:t>   d</a:t>
            </a:r>
            <a:r>
              <a:rPr lang="en-US" sz="2800" b="0" i="0" u="none" strike="noStrike" cap="none" baseline="-25000">
                <a:solidFill>
                  <a:srgbClr val="000000"/>
                </a:solidFill>
                <a:latin typeface="Times"/>
                <a:ea typeface="Times"/>
                <a:cs typeface="Times"/>
                <a:sym typeface="Times"/>
              </a:rPr>
              <a:t>2</a:t>
            </a:r>
            <a:endParaRPr/>
          </a:p>
          <a:p>
            <a:pPr marL="342900" marR="0" lvl="0" indent="-341312" algn="l" rtl="0">
              <a:lnSpc>
                <a:spcPct val="100000"/>
              </a:lnSpc>
              <a:spcBef>
                <a:spcPts val="800"/>
              </a:spcBef>
              <a:spcAft>
                <a:spcPts val="0"/>
              </a:spcAft>
              <a:buClr>
                <a:srgbClr val="000000"/>
              </a:buClr>
              <a:buSzPts val="3200"/>
              <a:buFont typeface="Times"/>
              <a:buNone/>
            </a:pPr>
            <a:r>
              <a:rPr lang="en-US" sz="3200" b="0" i="0" u="none">
                <a:solidFill>
                  <a:srgbClr val="000000"/>
                </a:solidFill>
                <a:latin typeface="Times"/>
                <a:ea typeface="Times"/>
                <a:cs typeface="Times"/>
                <a:sym typeface="Times"/>
              </a:rPr>
              <a:t>    J = { 1} is a feasible one</a:t>
            </a:r>
            <a:endParaRPr/>
          </a:p>
          <a:p>
            <a:pPr marL="342900" marR="0" lvl="0" indent="-341312" algn="l" rtl="0">
              <a:lnSpc>
                <a:spcPct val="100000"/>
              </a:lnSpc>
              <a:spcBef>
                <a:spcPts val="600"/>
              </a:spcBef>
              <a:spcAft>
                <a:spcPts val="0"/>
              </a:spcAft>
              <a:buClr>
                <a:srgbClr val="000000"/>
              </a:buClr>
              <a:buSzPts val="3200"/>
              <a:buFont typeface="Times"/>
              <a:buNone/>
            </a:pPr>
            <a:r>
              <a:rPr lang="en-US" sz="3200" b="0" i="0" u="none">
                <a:solidFill>
                  <a:srgbClr val="000000"/>
                </a:solidFill>
                <a:latin typeface="Times"/>
                <a:ea typeface="Times"/>
                <a:cs typeface="Times"/>
                <a:sym typeface="Times"/>
              </a:rPr>
              <a:t>    J = { 1, 4} is a feasible one </a:t>
            </a:r>
            <a:r>
              <a:rPr lang="en-US" sz="2400" b="0" i="0" u="none">
                <a:solidFill>
                  <a:srgbClr val="000000"/>
                </a:solidFill>
                <a:latin typeface="Times"/>
                <a:ea typeface="Times"/>
                <a:cs typeface="Times"/>
                <a:sym typeface="Times"/>
              </a:rPr>
              <a:t>with processing 				    sequence ( 4,1)</a:t>
            </a:r>
            <a:endParaRPr/>
          </a:p>
          <a:p>
            <a:pPr marL="342900" marR="0" lvl="0" indent="-341312" algn="l" rtl="0">
              <a:lnSpc>
                <a:spcPct val="100000"/>
              </a:lnSpc>
              <a:spcBef>
                <a:spcPts val="800"/>
              </a:spcBef>
              <a:spcAft>
                <a:spcPts val="0"/>
              </a:spcAft>
              <a:buClr>
                <a:srgbClr val="000000"/>
              </a:buClr>
              <a:buSzPts val="3200"/>
              <a:buFont typeface="Times"/>
              <a:buNone/>
            </a:pPr>
            <a:r>
              <a:rPr lang="en-US" sz="3200" b="0" i="0" u="none">
                <a:solidFill>
                  <a:srgbClr val="000000"/>
                </a:solidFill>
                <a:latin typeface="Times"/>
                <a:ea typeface="Times"/>
                <a:cs typeface="Times"/>
                <a:sym typeface="Times"/>
              </a:rPr>
              <a:t>	J = { 1, 3, 4} is not feasible </a:t>
            </a:r>
            <a:endParaRPr/>
          </a:p>
          <a:p>
            <a:pPr marL="342900" marR="0" lvl="0" indent="-341312" algn="l" rtl="0">
              <a:lnSpc>
                <a:spcPct val="100000"/>
              </a:lnSpc>
              <a:spcBef>
                <a:spcPts val="800"/>
              </a:spcBef>
              <a:spcAft>
                <a:spcPts val="0"/>
              </a:spcAft>
              <a:buClr>
                <a:srgbClr val="000000"/>
              </a:buClr>
              <a:buSzPts val="3200"/>
              <a:buFont typeface="Times"/>
              <a:buNone/>
            </a:pPr>
            <a:r>
              <a:rPr lang="en-US" sz="3200" b="0" i="0" u="none">
                <a:solidFill>
                  <a:srgbClr val="000000"/>
                </a:solidFill>
                <a:latin typeface="Times"/>
                <a:ea typeface="Times"/>
                <a:cs typeface="Times"/>
                <a:sym typeface="Times"/>
              </a:rPr>
              <a:t>	J = { 1, 2, 4} is not feasible </a:t>
            </a:r>
            <a:endParaRPr/>
          </a:p>
          <a:p>
            <a:pPr marL="342900" marR="0" lvl="0" indent="-341312" algn="l" rtl="0">
              <a:lnSpc>
                <a:spcPct val="100000"/>
              </a:lnSpc>
              <a:spcBef>
                <a:spcPts val="800"/>
              </a:spcBef>
              <a:spcAft>
                <a:spcPts val="0"/>
              </a:spcAft>
              <a:buClr>
                <a:srgbClr val="000000"/>
              </a:buClr>
              <a:buSzPts val="3200"/>
              <a:buFont typeface="Times"/>
              <a:buNone/>
            </a:pPr>
            <a:r>
              <a:rPr lang="en-US" sz="3200" b="0" i="0" u="none">
                <a:solidFill>
                  <a:srgbClr val="000000"/>
                </a:solidFill>
                <a:latin typeface="Times"/>
                <a:ea typeface="Times"/>
                <a:cs typeface="Times"/>
                <a:sym typeface="Times"/>
              </a:rPr>
              <a:t>	J = { 1, 4} is optimal</a:t>
            </a:r>
            <a:endParaRPr/>
          </a:p>
          <a:p>
            <a:pPr marL="0" marR="0" lvl="0" indent="0" algn="l" rtl="0">
              <a:lnSpc>
                <a:spcPct val="100000"/>
              </a:lnSpc>
              <a:spcBef>
                <a:spcPts val="0"/>
              </a:spcBef>
              <a:spcAft>
                <a:spcPts val="0"/>
              </a:spcAft>
              <a:buNone/>
            </a:pPr>
            <a:endParaRPr sz="3200" b="0" i="0" u="none">
              <a:solidFill>
                <a:srgbClr val="000000"/>
              </a:solidFill>
              <a:latin typeface="Times"/>
              <a:ea typeface="Times"/>
              <a:cs typeface="Times"/>
              <a:sym typeface="Times"/>
            </a:endParaRPr>
          </a:p>
        </p:txBody>
      </p:sp>
      <p:sp>
        <p:nvSpPr>
          <p:cNvPr id="1594" name="Google Shape;1594;g2a4cc99e909_1_639"/>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89</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599"/>
        <p:cNvGrpSpPr/>
        <p:nvPr/>
      </p:nvGrpSpPr>
      <p:grpSpPr>
        <a:xfrm>
          <a:off x="0" y="0"/>
          <a:ext cx="0" cy="0"/>
          <a:chOff x="0" y="0"/>
          <a:chExt cx="0" cy="0"/>
        </a:xfrm>
      </p:grpSpPr>
      <p:sp>
        <p:nvSpPr>
          <p:cNvPr id="1600" name="Google Shape;1600;g2a4cc99e909_1_647"/>
          <p:cNvSpPr txBox="1"/>
          <p:nvPr/>
        </p:nvSpPr>
        <p:spPr>
          <a:xfrm>
            <a:off x="8737600" y="6248400"/>
            <a:ext cx="2540100" cy="4572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000000"/>
              </a:buClr>
              <a:buSzPts val="1400"/>
              <a:buFont typeface="Times"/>
              <a:buNone/>
            </a:pPr>
            <a:fld id="{00000000-1234-1234-1234-123412341234}" type="slidenum">
              <a:rPr lang="en-US" sz="1400" b="0" i="0" u="none">
                <a:solidFill>
                  <a:srgbClr val="000000"/>
                </a:solidFill>
                <a:latin typeface="Times"/>
                <a:ea typeface="Times"/>
                <a:cs typeface="Times"/>
                <a:sym typeface="Times"/>
              </a:rPr>
              <a:t>90</a:t>
            </a:fld>
            <a:endParaRPr/>
          </a:p>
        </p:txBody>
      </p:sp>
      <p:sp>
        <p:nvSpPr>
          <p:cNvPr id="1601" name="Google Shape;1601;g2a4cc99e909_1_647"/>
          <p:cNvSpPr txBo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marR="0" lvl="0" indent="-341312" algn="l" rtl="0">
              <a:lnSpc>
                <a:spcPct val="100000"/>
              </a:lnSpc>
              <a:spcBef>
                <a:spcPts val="0"/>
              </a:spcBef>
              <a:spcAft>
                <a:spcPts val="0"/>
              </a:spcAft>
              <a:buClr>
                <a:srgbClr val="000000"/>
              </a:buClr>
              <a:buSzPts val="2400"/>
              <a:buFont typeface="Times New Roman"/>
              <a:buNone/>
            </a:pPr>
            <a:r>
              <a:rPr lang="en-US" sz="2400" b="0" i="0" u="none">
                <a:solidFill>
                  <a:srgbClr val="000000"/>
                </a:solidFill>
                <a:latin typeface="Times New Roman"/>
                <a:ea typeface="Times New Roman"/>
                <a:cs typeface="Times New Roman"/>
                <a:sym typeface="Times New Roman"/>
              </a:rPr>
              <a:t>J(r+1)i ;  k k+1</a:t>
            </a:r>
            <a:endParaRPr/>
          </a:p>
          <a:p>
            <a:pPr marL="342900" marR="0" lvl="0" indent="-341312" algn="l" rtl="0">
              <a:lnSpc>
                <a:spcPct val="100000"/>
              </a:lnSpc>
              <a:spcBef>
                <a:spcPts val="700"/>
              </a:spcBef>
              <a:spcAft>
                <a:spcPts val="0"/>
              </a:spcAft>
              <a:buClr>
                <a:srgbClr val="000000"/>
              </a:buClr>
              <a:buSzPts val="2400"/>
              <a:buFont typeface="Times New Roman"/>
              <a:buNone/>
            </a:pPr>
            <a:r>
              <a:rPr lang="en-US" sz="2400" b="0" i="0" u="none">
                <a:solidFill>
                  <a:srgbClr val="000000"/>
                </a:solidFill>
                <a:latin typeface="Times New Roman"/>
                <a:ea typeface="Times New Roman"/>
                <a:cs typeface="Times New Roman"/>
                <a:sym typeface="Times New Roman"/>
              </a:rPr>
              <a:t>// i is inserted at position r+1 //</a:t>
            </a:r>
            <a:endParaRPr/>
          </a:p>
          <a:p>
            <a:pPr marL="342900" marR="0" lvl="0" indent="-341312" algn="l" rtl="0">
              <a:lnSpc>
                <a:spcPct val="100000"/>
              </a:lnSpc>
              <a:spcBef>
                <a:spcPts val="700"/>
              </a:spcBef>
              <a:spcAft>
                <a:spcPts val="0"/>
              </a:spcAft>
              <a:buClr>
                <a:srgbClr val="000000"/>
              </a:buClr>
              <a:buSzPts val="2400"/>
              <a:buFont typeface="Times New Roman"/>
              <a:buNone/>
            </a:pPr>
            <a:r>
              <a:rPr lang="en-US" sz="2400" b="0" i="0" u="none">
                <a:solidFill>
                  <a:srgbClr val="000000"/>
                </a:solidFill>
                <a:latin typeface="Times New Roman"/>
                <a:ea typeface="Times New Roman"/>
                <a:cs typeface="Times New Roman"/>
                <a:sym typeface="Times New Roman"/>
              </a:rPr>
              <a:t>// and total jobs in J are increased by one //</a:t>
            </a:r>
            <a:endParaRPr/>
          </a:p>
          <a:p>
            <a:pPr marL="342900" marR="0" lvl="0" indent="-341312" algn="l" rtl="0">
              <a:lnSpc>
                <a:spcPct val="100000"/>
              </a:lnSpc>
              <a:spcBef>
                <a:spcPts val="700"/>
              </a:spcBef>
              <a:spcAft>
                <a:spcPts val="0"/>
              </a:spcAft>
              <a:buClr>
                <a:srgbClr val="000000"/>
              </a:buClr>
              <a:buSzPts val="2400"/>
              <a:buFont typeface="Times New Roman"/>
              <a:buNone/>
            </a:pPr>
            <a:r>
              <a:rPr lang="en-US" sz="2400" b="0" i="0" u="none">
                <a:solidFill>
                  <a:srgbClr val="000000"/>
                </a:solidFill>
                <a:latin typeface="Times New Roman"/>
                <a:ea typeface="Times New Roman"/>
                <a:cs typeface="Times New Roman"/>
                <a:sym typeface="Times New Roman"/>
              </a:rPr>
              <a:t>repeat</a:t>
            </a:r>
            <a:endParaRPr/>
          </a:p>
          <a:p>
            <a:pPr marL="342900" marR="0" lvl="0" indent="-341312" algn="l" rtl="0">
              <a:lnSpc>
                <a:spcPct val="100000"/>
              </a:lnSpc>
              <a:spcBef>
                <a:spcPts val="700"/>
              </a:spcBef>
              <a:spcAft>
                <a:spcPts val="0"/>
              </a:spcAft>
              <a:buClr>
                <a:srgbClr val="000000"/>
              </a:buClr>
              <a:buSzPts val="2400"/>
              <a:buFont typeface="Times New Roman"/>
              <a:buNone/>
            </a:pPr>
            <a:r>
              <a:rPr lang="en-US" sz="2400" b="0" i="0" u="none">
                <a:solidFill>
                  <a:srgbClr val="000000"/>
                </a:solidFill>
                <a:latin typeface="Times New Roman"/>
                <a:ea typeface="Times New Roman"/>
                <a:cs typeface="Times New Roman"/>
                <a:sym typeface="Times New Roman"/>
              </a:rPr>
              <a:t>end JS</a:t>
            </a:r>
            <a:endParaRPr/>
          </a:p>
          <a:p>
            <a:pPr marL="0" marR="0" lvl="0" indent="0" algn="l" rtl="0">
              <a:lnSpc>
                <a:spcPct val="100000"/>
              </a:lnSpc>
              <a:spcBef>
                <a:spcPts val="0"/>
              </a:spcBef>
              <a:spcAft>
                <a:spcPts val="0"/>
              </a:spcAft>
              <a:buNone/>
            </a:pPr>
            <a:endParaRPr sz="2400" b="0" i="0" u="none">
              <a:solidFill>
                <a:srgbClr val="000000"/>
              </a:solidFill>
              <a:latin typeface="Times New Roman"/>
              <a:ea typeface="Times New Roman"/>
              <a:cs typeface="Times New Roman"/>
              <a:sym typeface="Times New Roman"/>
            </a:endParaRPr>
          </a:p>
        </p:txBody>
      </p:sp>
      <p:sp>
        <p:nvSpPr>
          <p:cNvPr id="1602" name="Google Shape;1602;g2a4cc99e909_1_647"/>
          <p:cNvSpPr txBox="1"/>
          <p:nvPr/>
        </p:nvSpPr>
        <p:spPr>
          <a:xfrm>
            <a:off x="1219200" y="381000"/>
            <a:ext cx="103632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993300"/>
              </a:buClr>
              <a:buSzPts val="3600"/>
              <a:buFont typeface="Times New Roman"/>
              <a:buNone/>
            </a:pPr>
            <a:r>
              <a:rPr lang="en-US" sz="3600" b="0" i="0" u="none">
                <a:solidFill>
                  <a:srgbClr val="993300"/>
                </a:solidFill>
                <a:latin typeface="Times New Roman"/>
                <a:ea typeface="Times New Roman"/>
                <a:cs typeface="Times New Roman"/>
                <a:sym typeface="Times New Roman"/>
              </a:rPr>
              <a:t>GREEDY ALGORITHM TO OBTAIN AN OPTIMAL SOLUTION (Contd..)</a:t>
            </a:r>
            <a:endParaRPr/>
          </a:p>
        </p:txBody>
      </p:sp>
      <p:sp>
        <p:nvSpPr>
          <p:cNvPr id="1603" name="Google Shape;1603;g2a4cc99e909_1_647"/>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90</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607"/>
        <p:cNvGrpSpPr/>
        <p:nvPr/>
      </p:nvGrpSpPr>
      <p:grpSpPr>
        <a:xfrm>
          <a:off x="0" y="0"/>
          <a:ext cx="0" cy="0"/>
          <a:chOff x="0" y="0"/>
          <a:chExt cx="0" cy="0"/>
        </a:xfrm>
      </p:grpSpPr>
      <p:pic>
        <p:nvPicPr>
          <p:cNvPr id="1608" name="Google Shape;1608;g2a4cc99e909_1_655"/>
          <p:cNvPicPr preferRelativeResize="0"/>
          <p:nvPr/>
        </p:nvPicPr>
        <p:blipFill rotWithShape="1">
          <a:blip r:embed="rId3">
            <a:alphaModFix/>
          </a:blip>
          <a:srcRect/>
          <a:stretch/>
        </p:blipFill>
        <p:spPr>
          <a:xfrm>
            <a:off x="1117600" y="1524000"/>
            <a:ext cx="8940800" cy="5334000"/>
          </a:xfrm>
          <a:prstGeom prst="rect">
            <a:avLst/>
          </a:prstGeom>
          <a:noFill/>
          <a:ln>
            <a:noFill/>
          </a:ln>
        </p:spPr>
      </p:pic>
      <p:sp>
        <p:nvSpPr>
          <p:cNvPr id="1609" name="Google Shape;1609;g2a4cc99e909_1_655"/>
          <p:cNvSpPr txBox="1"/>
          <p:nvPr/>
        </p:nvSpPr>
        <p:spPr>
          <a:xfrm>
            <a:off x="1727200" y="276225"/>
            <a:ext cx="97536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Algorithm for Job sequencing with Deadlines </a:t>
            </a:r>
            <a:endParaRPr/>
          </a:p>
        </p:txBody>
      </p:sp>
      <p:sp>
        <p:nvSpPr>
          <p:cNvPr id="1610" name="Google Shape;1610;g2a4cc99e909_1_655"/>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91</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615"/>
        <p:cNvGrpSpPr/>
        <p:nvPr/>
      </p:nvGrpSpPr>
      <p:grpSpPr>
        <a:xfrm>
          <a:off x="0" y="0"/>
          <a:ext cx="0" cy="0"/>
          <a:chOff x="0" y="0"/>
          <a:chExt cx="0" cy="0"/>
        </a:xfrm>
      </p:grpSpPr>
      <p:sp>
        <p:nvSpPr>
          <p:cNvPr id="1616" name="Google Shape;1616;g2a4cc99e909_1_661"/>
          <p:cNvSpPr txBox="1"/>
          <p:nvPr/>
        </p:nvSpPr>
        <p:spPr>
          <a:xfrm>
            <a:off x="8737600" y="6248400"/>
            <a:ext cx="2540100" cy="4572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000000"/>
              </a:buClr>
              <a:buSzPts val="1400"/>
              <a:buFont typeface="Times"/>
              <a:buNone/>
            </a:pPr>
            <a:fld id="{00000000-1234-1234-1234-123412341234}" type="slidenum">
              <a:rPr lang="en-US" sz="1400" b="0" i="0" u="none">
                <a:solidFill>
                  <a:srgbClr val="000000"/>
                </a:solidFill>
                <a:latin typeface="Times"/>
                <a:ea typeface="Times"/>
                <a:cs typeface="Times"/>
                <a:sym typeface="Times"/>
              </a:rPr>
              <a:t>92</a:t>
            </a:fld>
            <a:endParaRPr/>
          </a:p>
        </p:txBody>
      </p:sp>
      <p:sp>
        <p:nvSpPr>
          <p:cNvPr id="1617" name="Google Shape;1617;g2a4cc99e909_1_661"/>
          <p:cNvSpPr txBox="1"/>
          <p:nvPr/>
        </p:nvSpPr>
        <p:spPr>
          <a:xfrm>
            <a:off x="1422400" y="304800"/>
            <a:ext cx="10363200" cy="1431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COMPLEXITY ANALYSIS OF JS ALGORITHM</a:t>
            </a:r>
            <a:endParaRPr/>
          </a:p>
        </p:txBody>
      </p:sp>
      <p:sp>
        <p:nvSpPr>
          <p:cNvPr id="1618" name="Google Shape;1618;g2a4cc99e909_1_661"/>
          <p:cNvSpPr txBox="1"/>
          <p:nvPr/>
        </p:nvSpPr>
        <p:spPr>
          <a:xfrm>
            <a:off x="914400" y="1981200"/>
            <a:ext cx="10464900" cy="4425900"/>
          </a:xfrm>
          <a:prstGeom prst="rect">
            <a:avLst/>
          </a:prstGeom>
          <a:noFill/>
          <a:ln>
            <a:noFill/>
          </a:ln>
        </p:spPr>
        <p:txBody>
          <a:bodyPr spcFirstLastPara="1" wrap="square" lIns="91425" tIns="45700" rIns="91425" bIns="45700" anchor="t" anchorCtr="0">
            <a:noAutofit/>
          </a:bodyPr>
          <a:lstStyle/>
          <a:p>
            <a:pPr marL="341312" marR="0" lvl="0" indent="-341312" algn="l" rtl="0">
              <a:lnSpc>
                <a:spcPct val="90000"/>
              </a:lnSpc>
              <a:spcBef>
                <a:spcPts val="0"/>
              </a:spcBef>
              <a:spcAft>
                <a:spcPts val="0"/>
              </a:spcAft>
              <a:buClr>
                <a:srgbClr val="000000"/>
              </a:buClr>
              <a:buSzPts val="2800"/>
              <a:buFont typeface="Times New Roman"/>
              <a:buChar char="•"/>
            </a:pPr>
            <a:r>
              <a:rPr lang="en-US" sz="2800" b="0" i="0" u="none">
                <a:solidFill>
                  <a:srgbClr val="000000"/>
                </a:solidFill>
                <a:latin typeface="Times"/>
                <a:ea typeface="Times"/>
                <a:cs typeface="Times"/>
                <a:sym typeface="Times"/>
              </a:rPr>
              <a:t>Let n be the number of jobs and s be the number of jobs included in the solution. </a:t>
            </a:r>
            <a:endParaRPr/>
          </a:p>
          <a:p>
            <a:pPr marL="341312" marR="0" lvl="0" indent="-341312" algn="l" rtl="0">
              <a:lnSpc>
                <a:spcPct val="90000"/>
              </a:lnSpc>
              <a:spcBef>
                <a:spcPts val="700"/>
              </a:spcBef>
              <a:spcAft>
                <a:spcPts val="0"/>
              </a:spcAft>
              <a:buClr>
                <a:srgbClr val="000000"/>
              </a:buClr>
              <a:buSzPts val="2800"/>
              <a:buFont typeface="Times New Roman"/>
              <a:buChar char="•"/>
            </a:pPr>
            <a:r>
              <a:rPr lang="en-US" sz="2800" b="0" i="0" u="none">
                <a:solidFill>
                  <a:srgbClr val="000000"/>
                </a:solidFill>
                <a:latin typeface="Times"/>
                <a:ea typeface="Times"/>
                <a:cs typeface="Times"/>
                <a:sym typeface="Times"/>
              </a:rPr>
              <a:t>The loop between lines 4-15 (the for-loop) is iterated  (n-1)times.</a:t>
            </a:r>
            <a:endParaRPr/>
          </a:p>
          <a:p>
            <a:pPr marL="341312" marR="0" lvl="0" indent="-341312" algn="l" rtl="0">
              <a:lnSpc>
                <a:spcPct val="90000"/>
              </a:lnSpc>
              <a:spcBef>
                <a:spcPts val="700"/>
              </a:spcBef>
              <a:spcAft>
                <a:spcPts val="0"/>
              </a:spcAft>
              <a:buClr>
                <a:srgbClr val="000000"/>
              </a:buClr>
              <a:buSzPts val="2800"/>
              <a:buFont typeface="Times New Roman"/>
              <a:buChar char="•"/>
            </a:pPr>
            <a:r>
              <a:rPr lang="en-US" sz="2800" b="0" i="0" u="none">
                <a:solidFill>
                  <a:srgbClr val="000000"/>
                </a:solidFill>
                <a:latin typeface="Times"/>
                <a:ea typeface="Times"/>
                <a:cs typeface="Times"/>
                <a:sym typeface="Times"/>
              </a:rPr>
              <a:t>Each iteration takes O(k) where k is the number of existing jobs.</a:t>
            </a:r>
            <a:endParaRPr/>
          </a:p>
          <a:p>
            <a:pPr marL="341312" marR="0" lvl="0" indent="-341312" algn="l" rtl="0">
              <a:lnSpc>
                <a:spcPct val="90000"/>
              </a:lnSpc>
              <a:spcBef>
                <a:spcPts val="700"/>
              </a:spcBef>
              <a:spcAft>
                <a:spcPts val="0"/>
              </a:spcAft>
              <a:buClr>
                <a:srgbClr val="000000"/>
              </a:buClr>
              <a:buSzPts val="2800"/>
              <a:buFont typeface="Noto Sans Symbols"/>
              <a:buChar char="∴"/>
            </a:pPr>
            <a:r>
              <a:rPr lang="en-US" sz="2800" b="0" i="0" u="none">
                <a:solidFill>
                  <a:srgbClr val="000000"/>
                </a:solidFill>
                <a:latin typeface="Times"/>
                <a:ea typeface="Times"/>
                <a:cs typeface="Times"/>
                <a:sym typeface="Times"/>
              </a:rPr>
              <a:t>The time needed by the algorithm is 0(sn) s </a:t>
            </a:r>
            <a:r>
              <a:rPr lang="en-US" sz="2400" b="0" i="0" u="none">
                <a:solidFill>
                  <a:srgbClr val="000000"/>
                </a:solidFill>
                <a:latin typeface="Noto Sans Symbols"/>
                <a:ea typeface="Noto Sans Symbols"/>
                <a:cs typeface="Noto Sans Symbols"/>
                <a:sym typeface="Noto Sans Symbols"/>
              </a:rPr>
              <a:t>≤</a:t>
            </a:r>
            <a:r>
              <a:rPr lang="en-US" sz="2800" b="0" i="0" u="none">
                <a:solidFill>
                  <a:srgbClr val="000000"/>
                </a:solidFill>
                <a:latin typeface="Times"/>
                <a:ea typeface="Times"/>
                <a:cs typeface="Times"/>
                <a:sym typeface="Times"/>
              </a:rPr>
              <a:t> n so the worst case time is 0(n</a:t>
            </a:r>
            <a:r>
              <a:rPr lang="en-US" sz="2800" b="0" i="0" u="none" baseline="30000">
                <a:solidFill>
                  <a:srgbClr val="000000"/>
                </a:solidFill>
                <a:latin typeface="Times"/>
                <a:ea typeface="Times"/>
                <a:cs typeface="Times"/>
                <a:sym typeface="Times"/>
              </a:rPr>
              <a:t>2</a:t>
            </a:r>
            <a:r>
              <a:rPr lang="en-US" sz="2800" b="0" i="0" u="none">
                <a:solidFill>
                  <a:srgbClr val="000000"/>
                </a:solidFill>
                <a:latin typeface="Times"/>
                <a:ea typeface="Times"/>
                <a:cs typeface="Times"/>
                <a:sym typeface="Times"/>
              </a:rPr>
              <a:t>). </a:t>
            </a:r>
            <a:endParaRPr/>
          </a:p>
          <a:p>
            <a:pPr marL="341312" marR="0" lvl="0" indent="-341312" algn="l" rtl="0">
              <a:lnSpc>
                <a:spcPct val="90000"/>
              </a:lnSpc>
              <a:spcBef>
                <a:spcPts val="700"/>
              </a:spcBef>
              <a:spcAft>
                <a:spcPts val="0"/>
              </a:spcAft>
              <a:buClr>
                <a:srgbClr val="000000"/>
              </a:buClr>
              <a:buSzPts val="2800"/>
              <a:buFont typeface="Times"/>
              <a:buNone/>
            </a:pPr>
            <a:r>
              <a:rPr lang="en-US" sz="2800" b="0" i="0" u="none">
                <a:solidFill>
                  <a:srgbClr val="000000"/>
                </a:solidFill>
                <a:latin typeface="Times"/>
                <a:ea typeface="Times"/>
                <a:cs typeface="Times"/>
                <a:sym typeface="Times"/>
              </a:rPr>
              <a:t>	If d</a:t>
            </a:r>
            <a:r>
              <a:rPr lang="en-US" sz="2800" b="0" i="0" u="none" baseline="-25000">
                <a:solidFill>
                  <a:srgbClr val="000000"/>
                </a:solidFill>
                <a:latin typeface="Times"/>
                <a:ea typeface="Times"/>
                <a:cs typeface="Times"/>
                <a:sym typeface="Times"/>
              </a:rPr>
              <a:t>i</a:t>
            </a:r>
            <a:r>
              <a:rPr lang="en-US" sz="2800" b="0" i="0" u="none">
                <a:solidFill>
                  <a:srgbClr val="000000"/>
                </a:solidFill>
                <a:latin typeface="Times"/>
                <a:ea typeface="Times"/>
                <a:cs typeface="Times"/>
                <a:sym typeface="Times"/>
              </a:rPr>
              <a:t> = n - i+1   1 </a:t>
            </a:r>
            <a:r>
              <a:rPr lang="en-US" sz="2400" b="0" i="0" u="none">
                <a:solidFill>
                  <a:srgbClr val="000000"/>
                </a:solidFill>
                <a:latin typeface="Noto Sans Symbols"/>
                <a:ea typeface="Noto Sans Symbols"/>
                <a:cs typeface="Noto Sans Symbols"/>
                <a:sym typeface="Noto Sans Symbols"/>
              </a:rPr>
              <a:t>≤</a:t>
            </a:r>
            <a:r>
              <a:rPr lang="en-US" sz="2800" b="0" i="0" u="none">
                <a:solidFill>
                  <a:srgbClr val="000000"/>
                </a:solidFill>
                <a:latin typeface="Times"/>
                <a:ea typeface="Times"/>
                <a:cs typeface="Times"/>
                <a:sym typeface="Times"/>
              </a:rPr>
              <a:t> i </a:t>
            </a:r>
            <a:r>
              <a:rPr lang="en-US" sz="2400" b="0" i="0" u="none">
                <a:solidFill>
                  <a:srgbClr val="000000"/>
                </a:solidFill>
                <a:latin typeface="Noto Sans Symbols"/>
                <a:ea typeface="Noto Sans Symbols"/>
                <a:cs typeface="Noto Sans Symbols"/>
                <a:sym typeface="Noto Sans Symbols"/>
              </a:rPr>
              <a:t>≤</a:t>
            </a:r>
            <a:r>
              <a:rPr lang="en-US" sz="2800" b="0" i="0" u="none">
                <a:solidFill>
                  <a:srgbClr val="000000"/>
                </a:solidFill>
                <a:latin typeface="Times"/>
                <a:ea typeface="Times"/>
                <a:cs typeface="Times"/>
                <a:sym typeface="Times"/>
              </a:rPr>
              <a:t> n, JS takes θ(n</a:t>
            </a:r>
            <a:r>
              <a:rPr lang="en-US" sz="2800" b="0" i="0" u="none" baseline="30000">
                <a:solidFill>
                  <a:srgbClr val="000000"/>
                </a:solidFill>
                <a:latin typeface="Times"/>
                <a:ea typeface="Times"/>
                <a:cs typeface="Times"/>
                <a:sym typeface="Times"/>
              </a:rPr>
              <a:t>2</a:t>
            </a:r>
            <a:r>
              <a:rPr lang="en-US" sz="2800" b="0" i="0" u="none">
                <a:solidFill>
                  <a:srgbClr val="000000"/>
                </a:solidFill>
                <a:latin typeface="Times"/>
                <a:ea typeface="Times"/>
                <a:cs typeface="Times"/>
                <a:sym typeface="Times"/>
              </a:rPr>
              <a:t>) time </a:t>
            </a:r>
            <a:endParaRPr/>
          </a:p>
          <a:p>
            <a:pPr marL="341312" marR="0" lvl="0" indent="-341312" algn="l" rtl="0">
              <a:lnSpc>
                <a:spcPct val="90000"/>
              </a:lnSpc>
              <a:spcBef>
                <a:spcPts val="700"/>
              </a:spcBef>
              <a:spcAft>
                <a:spcPts val="0"/>
              </a:spcAft>
              <a:buClr>
                <a:srgbClr val="000000"/>
              </a:buClr>
              <a:buSzPts val="2800"/>
              <a:buFont typeface="Times"/>
              <a:buNone/>
            </a:pPr>
            <a:r>
              <a:rPr lang="en-US" sz="2800" b="0" i="0" u="none">
                <a:solidFill>
                  <a:srgbClr val="000000"/>
                </a:solidFill>
                <a:latin typeface="Times"/>
                <a:ea typeface="Times"/>
                <a:cs typeface="Times"/>
                <a:sym typeface="Times"/>
              </a:rPr>
              <a:t>	D and J need θ(s) amount of space.</a:t>
            </a:r>
            <a:endParaRPr/>
          </a:p>
        </p:txBody>
      </p:sp>
      <p:sp>
        <p:nvSpPr>
          <p:cNvPr id="1619" name="Google Shape;1619;g2a4cc99e909_1_661"/>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92</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623"/>
        <p:cNvGrpSpPr/>
        <p:nvPr/>
      </p:nvGrpSpPr>
      <p:grpSpPr>
        <a:xfrm>
          <a:off x="0" y="0"/>
          <a:ext cx="0" cy="0"/>
          <a:chOff x="0" y="0"/>
          <a:chExt cx="0" cy="0"/>
        </a:xfrm>
      </p:grpSpPr>
      <p:sp>
        <p:nvSpPr>
          <p:cNvPr id="1624" name="Google Shape;1624;g2a4cc99e909_1_669"/>
          <p:cNvSpPr txBox="1"/>
          <p:nvPr/>
        </p:nvSpPr>
        <p:spPr>
          <a:xfrm>
            <a:off x="609600" y="0"/>
            <a:ext cx="9550500" cy="1077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a:buNone/>
            </a:pPr>
            <a:r>
              <a:rPr lang="en-US" sz="3200" b="0" i="0" u="none">
                <a:solidFill>
                  <a:schemeClr val="dk1"/>
                </a:solidFill>
                <a:latin typeface="Times"/>
                <a:ea typeface="Times"/>
                <a:cs typeface="Times"/>
                <a:sym typeface="Times"/>
              </a:rPr>
              <a:t>Examples :Job Sequencing Problems:</a:t>
            </a:r>
            <a:endParaRPr/>
          </a:p>
          <a:p>
            <a:pPr marL="0" marR="0" lvl="0" indent="0" algn="l" rtl="0">
              <a:lnSpc>
                <a:spcPct val="100000"/>
              </a:lnSpc>
              <a:spcBef>
                <a:spcPts val="0"/>
              </a:spcBef>
              <a:spcAft>
                <a:spcPts val="0"/>
              </a:spcAft>
              <a:buNone/>
            </a:pPr>
            <a:endParaRPr sz="3200" b="0" i="0" u="none">
              <a:solidFill>
                <a:schemeClr val="dk1"/>
              </a:solidFill>
              <a:latin typeface="Times"/>
              <a:ea typeface="Times"/>
              <a:cs typeface="Times"/>
              <a:sym typeface="Times"/>
            </a:endParaRPr>
          </a:p>
        </p:txBody>
      </p:sp>
      <p:sp>
        <p:nvSpPr>
          <p:cNvPr id="1625" name="Google Shape;1625;g2a4cc99e909_1_669"/>
          <p:cNvSpPr txBox="1"/>
          <p:nvPr/>
        </p:nvSpPr>
        <p:spPr>
          <a:xfrm>
            <a:off x="609600" y="609600"/>
            <a:ext cx="10972800" cy="56643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400"/>
              <a:buFont typeface="Bookman Old Style"/>
              <a:buNone/>
            </a:pPr>
            <a:r>
              <a:rPr lang="en-US" sz="1400" b="1" i="0" u="none">
                <a:solidFill>
                  <a:schemeClr val="dk1"/>
                </a:solidFill>
                <a:latin typeface="Bookman Old Style"/>
                <a:ea typeface="Bookman Old Style"/>
                <a:cs typeface="Bookman Old Style"/>
                <a:sym typeface="Bookman Old Style"/>
              </a:rPr>
              <a:t>1) Write a greedy algorithm for sequencing unit time jobs with deadlines </a:t>
            </a:r>
            <a:endParaRPr/>
          </a:p>
          <a:p>
            <a:pPr marL="0" marR="0" lvl="0" indent="0" algn="l" rtl="0">
              <a:lnSpc>
                <a:spcPct val="100000"/>
              </a:lnSpc>
              <a:spcBef>
                <a:spcPts val="0"/>
              </a:spcBef>
              <a:spcAft>
                <a:spcPts val="0"/>
              </a:spcAft>
              <a:buClr>
                <a:schemeClr val="dk1"/>
              </a:buClr>
              <a:buSzPts val="1400"/>
              <a:buFont typeface="Bookman Old Style"/>
              <a:buNone/>
            </a:pPr>
            <a:r>
              <a:rPr lang="en-US" sz="1400" b="1" i="0" u="none">
                <a:solidFill>
                  <a:schemeClr val="dk1"/>
                </a:solidFill>
                <a:latin typeface="Bookman Old Style"/>
                <a:ea typeface="Bookman Old Style"/>
                <a:cs typeface="Bookman Old Style"/>
                <a:sym typeface="Bookman Old Style"/>
              </a:rPr>
              <a:t>and profits.  Using this algorithm, find the optimal solutions when</a:t>
            </a:r>
            <a:endParaRPr/>
          </a:p>
          <a:p>
            <a:pPr marL="0" marR="0" lvl="0" indent="0" algn="l" rtl="0">
              <a:lnSpc>
                <a:spcPct val="100000"/>
              </a:lnSpc>
              <a:spcBef>
                <a:spcPts val="0"/>
              </a:spcBef>
              <a:spcAft>
                <a:spcPts val="0"/>
              </a:spcAft>
              <a:buClr>
                <a:schemeClr val="dk1"/>
              </a:buClr>
              <a:buSzPts val="1400"/>
              <a:buFont typeface="Bookman Old Style"/>
              <a:buNone/>
            </a:pPr>
            <a:r>
              <a:rPr lang="en-US" sz="1400" b="1" i="0" u="none">
                <a:solidFill>
                  <a:schemeClr val="dk1"/>
                </a:solidFill>
                <a:latin typeface="Bookman Old Style"/>
                <a:ea typeface="Bookman Old Style"/>
                <a:cs typeface="Bookman Old Style"/>
                <a:sym typeface="Bookman Old Style"/>
              </a:rPr>
              <a:t> n=5,(p1,p2,p3,p4,p5)=(20,15,10,5,1) and (d1,d2,d3,d4,d5)=(2,2,1,3,3). </a:t>
            </a:r>
            <a:endParaRPr/>
          </a:p>
          <a:p>
            <a:pPr marL="0" marR="0" lvl="0" indent="0" algn="l" rtl="0">
              <a:lnSpc>
                <a:spcPct val="100000"/>
              </a:lnSpc>
              <a:spcBef>
                <a:spcPts val="0"/>
              </a:spcBef>
              <a:spcAft>
                <a:spcPts val="0"/>
              </a:spcAft>
              <a:buClr>
                <a:schemeClr val="dk1"/>
              </a:buClr>
              <a:buSzPts val="1800"/>
              <a:buFont typeface="Times"/>
              <a:buNone/>
            </a:pPr>
            <a:endParaRPr sz="1800" b="1" i="0" u="none">
              <a:solidFill>
                <a:schemeClr val="dk1"/>
              </a:solidFill>
              <a:latin typeface="Bookman Old Style"/>
              <a:ea typeface="Bookman Old Style"/>
              <a:cs typeface="Bookman Old Style"/>
              <a:sym typeface="Bookman Old Style"/>
            </a:endParaRPr>
          </a:p>
          <a:p>
            <a:pPr marL="0" marR="0" lvl="0" indent="0" algn="l" rtl="0">
              <a:lnSpc>
                <a:spcPct val="100000"/>
              </a:lnSpc>
              <a:spcBef>
                <a:spcPts val="0"/>
              </a:spcBef>
              <a:spcAft>
                <a:spcPts val="0"/>
              </a:spcAft>
              <a:buClr>
                <a:schemeClr val="dk1"/>
              </a:buClr>
              <a:buSzPts val="1400"/>
              <a:buFont typeface="Bookman Old Style"/>
              <a:buNone/>
            </a:pPr>
            <a:r>
              <a:rPr lang="en-US" sz="1400" b="1" i="0" u="none">
                <a:solidFill>
                  <a:schemeClr val="dk1"/>
                </a:solidFill>
                <a:latin typeface="Bookman Old Style"/>
                <a:ea typeface="Bookman Old Style"/>
                <a:cs typeface="Bookman Old Style"/>
                <a:sym typeface="Bookman Old Style"/>
              </a:rPr>
              <a:t>2)  Find the correct sequence for jobs using following instances,</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JobID        Deadline        Profit</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1                       4               20</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2                       1              10</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3                       1              40</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4                       1              30</a:t>
            </a:r>
            <a:endParaRPr/>
          </a:p>
          <a:p>
            <a:pPr marL="0" marR="0" lvl="0" indent="0" algn="l" rtl="0">
              <a:lnSpc>
                <a:spcPct val="100000"/>
              </a:lnSpc>
              <a:spcBef>
                <a:spcPts val="0"/>
              </a:spcBef>
              <a:spcAft>
                <a:spcPts val="0"/>
              </a:spcAft>
              <a:buClr>
                <a:schemeClr val="dk1"/>
              </a:buClr>
              <a:buSzPts val="1400"/>
              <a:buFont typeface="Bookman Old Style"/>
              <a:buNone/>
            </a:pPr>
            <a:r>
              <a:rPr lang="en-US" sz="1400" b="1" i="0" u="none">
                <a:solidFill>
                  <a:schemeClr val="dk1"/>
                </a:solidFill>
                <a:latin typeface="Bookman Old Style"/>
                <a:ea typeface="Bookman Old Style"/>
                <a:cs typeface="Bookman Old Style"/>
                <a:sym typeface="Bookman Old Style"/>
              </a:rPr>
              <a:t>3)Find the correct sequence for jobs using following instances,</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JobID        Deadline        Profit</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1                       2        100</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2                       1        19</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3                       2        27</a:t>
            </a:r>
            <a:endParaRPr/>
          </a:p>
          <a:p>
            <a:pPr marL="0" marR="0" lvl="0" indent="0" algn="l" rtl="0">
              <a:lnSpc>
                <a:spcPct val="100000"/>
              </a:lnSpc>
              <a:spcBef>
                <a:spcPts val="0"/>
              </a:spcBef>
              <a:spcAft>
                <a:spcPts val="0"/>
              </a:spcAft>
              <a:buClr>
                <a:schemeClr val="dk1"/>
              </a:buClr>
              <a:buSzPts val="1800"/>
              <a:buFont typeface="Times New Roman"/>
              <a:buNone/>
            </a:pPr>
            <a:r>
              <a:rPr lang="en-US" sz="1800" b="0" i="0" u="none">
                <a:solidFill>
                  <a:schemeClr val="dk1"/>
                </a:solidFill>
                <a:latin typeface="Times New Roman"/>
                <a:ea typeface="Times New Roman"/>
                <a:cs typeface="Times New Roman"/>
                <a:sym typeface="Times New Roman"/>
              </a:rPr>
              <a:t>4                       1        25</a:t>
            </a:r>
            <a:endParaRPr/>
          </a:p>
          <a:p>
            <a:pPr marL="0" marR="0" lvl="0" indent="-114300" algn="l" rtl="0">
              <a:lnSpc>
                <a:spcPct val="100000"/>
              </a:lnSpc>
              <a:spcBef>
                <a:spcPts val="0"/>
              </a:spcBef>
              <a:spcAft>
                <a:spcPts val="0"/>
              </a:spcAft>
              <a:buClr>
                <a:schemeClr val="dk1"/>
              </a:buClr>
              <a:buSzPts val="1800"/>
              <a:buFont typeface="Times New Roman"/>
              <a:buAutoNum type="arabicPlain" startAt="5"/>
            </a:pPr>
            <a:r>
              <a:rPr lang="en-US" sz="1800" b="0" i="0" u="none">
                <a:solidFill>
                  <a:schemeClr val="dk1"/>
                </a:solidFill>
                <a:latin typeface="Times New Roman"/>
                <a:ea typeface="Times New Roman"/>
                <a:cs typeface="Times New Roman"/>
                <a:sym typeface="Times New Roman"/>
              </a:rPr>
              <a:t>                   3        15</a:t>
            </a:r>
            <a:endParaRPr/>
          </a:p>
          <a:p>
            <a:pPr marL="0" marR="0" lvl="0" indent="0" algn="l" rtl="0">
              <a:lnSpc>
                <a:spcPct val="100000"/>
              </a:lnSpc>
              <a:spcBef>
                <a:spcPts val="0"/>
              </a:spcBef>
              <a:spcAft>
                <a:spcPts val="0"/>
              </a:spcAft>
              <a:buClr>
                <a:schemeClr val="dk1"/>
              </a:buClr>
              <a:buSzPts val="1400"/>
              <a:buFont typeface="Bookman Old Style"/>
              <a:buNone/>
            </a:pPr>
            <a:r>
              <a:rPr lang="en-US" sz="1400" b="1" i="0" u="none">
                <a:solidFill>
                  <a:schemeClr val="dk1"/>
                </a:solidFill>
                <a:latin typeface="Bookman Old Style"/>
                <a:ea typeface="Bookman Old Style"/>
                <a:cs typeface="Bookman Old Style"/>
                <a:sym typeface="Bookman Old Style"/>
              </a:rPr>
              <a:t>4)Find the optimum job sequence for the following problem.</a:t>
            </a:r>
            <a:endParaRPr/>
          </a:p>
          <a:p>
            <a:pPr marL="0" marR="0" lvl="0" indent="0" algn="l" rtl="0">
              <a:lnSpc>
                <a:spcPct val="100000"/>
              </a:lnSpc>
              <a:spcBef>
                <a:spcPts val="0"/>
              </a:spcBef>
              <a:spcAft>
                <a:spcPts val="0"/>
              </a:spcAft>
              <a:buClr>
                <a:schemeClr val="dk1"/>
              </a:buClr>
              <a:buSzPts val="1000"/>
              <a:buFont typeface="Bookman Old Style"/>
              <a:buNone/>
            </a:pPr>
            <a:r>
              <a:rPr lang="en-US" sz="1000" b="0" i="0" u="none">
                <a:solidFill>
                  <a:schemeClr val="dk1"/>
                </a:solidFill>
                <a:latin typeface="Bookman Old Style"/>
                <a:ea typeface="Bookman Old Style"/>
                <a:cs typeface="Bookman Old Style"/>
                <a:sym typeface="Bookman Old Style"/>
              </a:rPr>
              <a:t>n = 7             P</a:t>
            </a:r>
            <a:r>
              <a:rPr lang="en-US" sz="1000" b="0" i="0" u="none" baseline="-25000">
                <a:solidFill>
                  <a:schemeClr val="dk1"/>
                </a:solidFill>
                <a:latin typeface="Bookman Old Style"/>
                <a:ea typeface="Bookman Old Style"/>
                <a:cs typeface="Bookman Old Style"/>
                <a:sym typeface="Bookman Old Style"/>
              </a:rPr>
              <a:t>7    </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1</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2 </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3 </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4</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5</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6</a:t>
            </a:r>
            <a:r>
              <a:rPr lang="en-US" sz="1000" b="0" i="0" u="none">
                <a:solidFill>
                  <a:schemeClr val="dk1"/>
                </a:solidFill>
                <a:latin typeface="Bookman Old Style"/>
                <a:ea typeface="Bookman Old Style"/>
                <a:cs typeface="Bookman Old Style"/>
                <a:sym typeface="Bookman Old Style"/>
              </a:rPr>
              <a:t>   j</a:t>
            </a:r>
            <a:r>
              <a:rPr lang="en-US" sz="1000" b="0" i="0" u="none" baseline="-25000">
                <a:solidFill>
                  <a:schemeClr val="dk1"/>
                </a:solidFill>
                <a:latin typeface="Bookman Old Style"/>
                <a:ea typeface="Bookman Old Style"/>
                <a:cs typeface="Bookman Old Style"/>
                <a:sym typeface="Bookman Old Style"/>
              </a:rPr>
              <a:t>7</a:t>
            </a:r>
            <a:endParaRPr sz="8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Bookman Old Style"/>
              <a:buNone/>
            </a:pPr>
            <a:r>
              <a:rPr lang="en-US" sz="1100" b="0" i="0" u="none">
                <a:solidFill>
                  <a:schemeClr val="dk1"/>
                </a:solidFill>
                <a:latin typeface="Bookman Old Style"/>
                <a:ea typeface="Bookman Old Style"/>
                <a:cs typeface="Bookman Old Style"/>
                <a:sym typeface="Bookman Old Style"/>
              </a:rPr>
              <a:t>(P</a:t>
            </a:r>
            <a:r>
              <a:rPr lang="en-US" sz="1100" b="0" i="0" u="none" baseline="-25000">
                <a:solidFill>
                  <a:schemeClr val="dk1"/>
                </a:solidFill>
                <a:latin typeface="Bookman Old Style"/>
                <a:ea typeface="Bookman Old Style"/>
                <a:cs typeface="Bookman Old Style"/>
                <a:sym typeface="Bookman Old Style"/>
              </a:rPr>
              <a:t>1</a:t>
            </a:r>
            <a:r>
              <a:rPr lang="en-US" sz="1100" b="0" i="0" u="none">
                <a:solidFill>
                  <a:schemeClr val="dk1"/>
                </a:solidFill>
                <a:latin typeface="Bookman Old Style"/>
                <a:ea typeface="Bookman Old Style"/>
                <a:cs typeface="Bookman Old Style"/>
                <a:sym typeface="Bookman Old Style"/>
              </a:rPr>
              <a:t>, P</a:t>
            </a:r>
            <a:r>
              <a:rPr lang="en-US" sz="1100" b="0" i="0" u="none" baseline="-25000">
                <a:solidFill>
                  <a:schemeClr val="dk1"/>
                </a:solidFill>
                <a:latin typeface="Bookman Old Style"/>
                <a:ea typeface="Bookman Old Style"/>
                <a:cs typeface="Bookman Old Style"/>
                <a:sym typeface="Bookman Old Style"/>
              </a:rPr>
              <a:t>2</a:t>
            </a:r>
            <a:r>
              <a:rPr lang="en-US" sz="1100" b="0" i="0" u="none">
                <a:solidFill>
                  <a:schemeClr val="dk1"/>
                </a:solidFill>
                <a:latin typeface="Bookman Old Style"/>
                <a:ea typeface="Bookman Old Style"/>
                <a:cs typeface="Bookman Old Style"/>
                <a:sym typeface="Bookman Old Style"/>
              </a:rPr>
              <a:t>, P</a:t>
            </a:r>
            <a:r>
              <a:rPr lang="en-US" sz="1100" b="0" i="0" u="none" baseline="-25000">
                <a:solidFill>
                  <a:schemeClr val="dk1"/>
                </a:solidFill>
                <a:latin typeface="Bookman Old Style"/>
                <a:ea typeface="Bookman Old Style"/>
                <a:cs typeface="Bookman Old Style"/>
                <a:sym typeface="Bookman Old Style"/>
              </a:rPr>
              <a:t>3</a:t>
            </a:r>
            <a:r>
              <a:rPr lang="en-US" sz="1100" b="0" i="0" u="none">
                <a:solidFill>
                  <a:schemeClr val="dk1"/>
                </a:solidFill>
                <a:latin typeface="Bookman Old Style"/>
                <a:ea typeface="Bookman Old Style"/>
                <a:cs typeface="Bookman Old Style"/>
                <a:sym typeface="Bookman Old Style"/>
              </a:rPr>
              <a:t>, P</a:t>
            </a:r>
            <a:r>
              <a:rPr lang="en-US" sz="1100" b="0" i="0" u="none" baseline="-25000">
                <a:solidFill>
                  <a:schemeClr val="dk1"/>
                </a:solidFill>
                <a:latin typeface="Bookman Old Style"/>
                <a:ea typeface="Bookman Old Style"/>
                <a:cs typeface="Bookman Old Style"/>
                <a:sym typeface="Bookman Old Style"/>
              </a:rPr>
              <a:t>4</a:t>
            </a:r>
            <a:r>
              <a:rPr lang="en-US" sz="1100" b="0" i="0" u="none">
                <a:solidFill>
                  <a:schemeClr val="dk1"/>
                </a:solidFill>
                <a:latin typeface="Bookman Old Style"/>
                <a:ea typeface="Bookman Old Style"/>
                <a:cs typeface="Bookman Old Style"/>
                <a:sym typeface="Bookman Old Style"/>
              </a:rPr>
              <a:t>, P</a:t>
            </a:r>
            <a:r>
              <a:rPr lang="en-US" sz="1100" b="0" i="0" u="none" baseline="-25000">
                <a:solidFill>
                  <a:schemeClr val="dk1"/>
                </a:solidFill>
                <a:latin typeface="Bookman Old Style"/>
                <a:ea typeface="Bookman Old Style"/>
                <a:cs typeface="Bookman Old Style"/>
                <a:sym typeface="Bookman Old Style"/>
              </a:rPr>
              <a:t>5</a:t>
            </a:r>
            <a:r>
              <a:rPr lang="en-US" sz="1100" b="0" i="0" u="none">
                <a:solidFill>
                  <a:schemeClr val="dk1"/>
                </a:solidFill>
                <a:latin typeface="Bookman Old Style"/>
                <a:ea typeface="Bookman Old Style"/>
                <a:cs typeface="Bookman Old Style"/>
                <a:sym typeface="Bookman Old Style"/>
              </a:rPr>
              <a:t>, P</a:t>
            </a:r>
            <a:r>
              <a:rPr lang="en-US" sz="1100" b="0" i="0" u="none" baseline="-25000">
                <a:solidFill>
                  <a:schemeClr val="dk1"/>
                </a:solidFill>
                <a:latin typeface="Bookman Old Style"/>
                <a:ea typeface="Bookman Old Style"/>
                <a:cs typeface="Bookman Old Style"/>
                <a:sym typeface="Bookman Old Style"/>
              </a:rPr>
              <a:t>6</a:t>
            </a:r>
            <a:r>
              <a:rPr lang="en-US" sz="1100" b="0" i="0" u="none">
                <a:solidFill>
                  <a:schemeClr val="dk1"/>
                </a:solidFill>
                <a:latin typeface="Bookman Old Style"/>
                <a:ea typeface="Bookman Old Style"/>
                <a:cs typeface="Bookman Old Style"/>
                <a:sym typeface="Bookman Old Style"/>
              </a:rPr>
              <a:t>)	=	(3, 5, 10, 18, 1, 6, 30)</a:t>
            </a:r>
            <a:endParaRPr sz="8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Bookman Old Style"/>
              <a:buNone/>
            </a:pPr>
            <a:r>
              <a:rPr lang="en-US" sz="1100" b="0" i="0" u="none">
                <a:solidFill>
                  <a:schemeClr val="dk1"/>
                </a:solidFill>
                <a:latin typeface="Bookman Old Style"/>
                <a:ea typeface="Bookman Old Style"/>
                <a:cs typeface="Bookman Old Style"/>
                <a:sym typeface="Bookman Old Style"/>
              </a:rPr>
              <a:t>, d</a:t>
            </a:r>
            <a:r>
              <a:rPr lang="en-US" sz="1100" b="0" i="0" u="none" baseline="-25000">
                <a:solidFill>
                  <a:schemeClr val="dk1"/>
                </a:solidFill>
                <a:latin typeface="Bookman Old Style"/>
                <a:ea typeface="Bookman Old Style"/>
                <a:cs typeface="Bookman Old Style"/>
                <a:sym typeface="Bookman Old Style"/>
              </a:rPr>
              <a:t>4</a:t>
            </a:r>
            <a:r>
              <a:rPr lang="en-US" sz="1100" b="0" i="0" u="none">
                <a:solidFill>
                  <a:schemeClr val="dk1"/>
                </a:solidFill>
                <a:latin typeface="Bookman Old Style"/>
                <a:ea typeface="Bookman Old Style"/>
                <a:cs typeface="Bookman Old Style"/>
                <a:sym typeface="Bookman Old Style"/>
              </a:rPr>
              <a:t>, d</a:t>
            </a:r>
            <a:r>
              <a:rPr lang="en-US" sz="1100" b="0" i="0" u="none" baseline="-25000">
                <a:solidFill>
                  <a:schemeClr val="dk1"/>
                </a:solidFill>
                <a:latin typeface="Bookman Old Style"/>
                <a:ea typeface="Bookman Old Style"/>
                <a:cs typeface="Bookman Old Style"/>
                <a:sym typeface="Bookman Old Style"/>
              </a:rPr>
              <a:t>5</a:t>
            </a:r>
            <a:r>
              <a:rPr lang="en-US" sz="1100" b="0" i="0" u="none">
                <a:solidFill>
                  <a:schemeClr val="dk1"/>
                </a:solidFill>
                <a:latin typeface="Bookman Old Style"/>
                <a:ea typeface="Bookman Old Style"/>
                <a:cs typeface="Bookman Old Style"/>
                <a:sym typeface="Bookman Old Style"/>
              </a:rPr>
              <a:t>, d</a:t>
            </a:r>
            <a:r>
              <a:rPr lang="en-US" sz="1100" b="0" i="0" u="none" baseline="-25000">
                <a:solidFill>
                  <a:schemeClr val="dk1"/>
                </a:solidFill>
                <a:latin typeface="Bookman Old Style"/>
                <a:ea typeface="Bookman Old Style"/>
                <a:cs typeface="Bookman Old Style"/>
                <a:sym typeface="Bookman Old Style"/>
              </a:rPr>
              <a:t>6</a:t>
            </a:r>
            <a:r>
              <a:rPr lang="en-US" sz="1100" b="0" i="0" u="none">
                <a:solidFill>
                  <a:schemeClr val="dk1"/>
                </a:solidFill>
                <a:latin typeface="Bookman Old Style"/>
                <a:ea typeface="Bookman Old Style"/>
                <a:cs typeface="Bookman Old Style"/>
                <a:sym typeface="Bookman Old Style"/>
              </a:rPr>
              <a:t>)	=	(1,3, 4, 3, 2, 1, 2)</a:t>
            </a:r>
            <a:endParaRPr sz="8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Bookman Old Style"/>
              <a:buNone/>
            </a:pPr>
            <a:r>
              <a:rPr lang="en-US" sz="1100" b="1" i="0" u="none">
                <a:solidFill>
                  <a:schemeClr val="dk1"/>
                </a:solidFill>
                <a:latin typeface="Bookman Old Style"/>
                <a:ea typeface="Bookman Old Style"/>
                <a:cs typeface="Bookman Old Style"/>
                <a:sym typeface="Bookman Old Style"/>
              </a:rPr>
              <a:t>Feasible soln.		Processing Sequence	        Value</a:t>
            </a:r>
            <a:endParaRPr sz="8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Bookman Old Style"/>
              <a:buNone/>
            </a:pPr>
            <a:r>
              <a:rPr lang="en-US" sz="1100" b="0" i="0" u="none">
                <a:solidFill>
                  <a:schemeClr val="dk1"/>
                </a:solidFill>
                <a:latin typeface="Bookman Old Style"/>
                <a:ea typeface="Bookman Old Style"/>
                <a:cs typeface="Bookman Old Style"/>
                <a:sym typeface="Bookman Old Style"/>
              </a:rPr>
              <a:t>(1, 2, 3, 4)		  (1,2,4,3) or (1,4,2,3)             3+5+10+18= 36</a:t>
            </a:r>
            <a:endParaRPr sz="8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800" b="0" i="0" u="none">
              <a:solidFill>
                <a:schemeClr val="dk1"/>
              </a:solidFill>
              <a:latin typeface="Times New Roman"/>
              <a:ea typeface="Times New Roman"/>
              <a:cs typeface="Times New Roman"/>
              <a:sym typeface="Times New Roman"/>
            </a:endParaRPr>
          </a:p>
        </p:txBody>
      </p:sp>
      <p:sp>
        <p:nvSpPr>
          <p:cNvPr id="1626" name="Google Shape;1626;g2a4cc99e909_1_669"/>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93</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634"/>
        <p:cNvGrpSpPr/>
        <p:nvPr/>
      </p:nvGrpSpPr>
      <p:grpSpPr>
        <a:xfrm>
          <a:off x="0" y="0"/>
          <a:ext cx="0" cy="0"/>
          <a:chOff x="0" y="0"/>
          <a:chExt cx="0" cy="0"/>
        </a:xfrm>
      </p:grpSpPr>
      <p:sp>
        <p:nvSpPr>
          <p:cNvPr id="1635" name="Google Shape;1635;g2a4cc99e909_1_675"/>
          <p:cNvSpPr txBox="1"/>
          <p:nvPr/>
        </p:nvSpPr>
        <p:spPr>
          <a:xfrm>
            <a:off x="9652000" y="6400800"/>
            <a:ext cx="2540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a:solidFill>
                  <a:schemeClr val="dk1"/>
                </a:solidFill>
                <a:latin typeface="Arial"/>
                <a:ea typeface="Arial"/>
                <a:cs typeface="Arial"/>
                <a:sym typeface="Arial"/>
              </a:rPr>
              <a:t>94</a:t>
            </a:fld>
            <a:endParaRPr/>
          </a:p>
        </p:txBody>
      </p:sp>
      <p:sp>
        <p:nvSpPr>
          <p:cNvPr id="1636" name="Google Shape;1636;g2a4cc99e909_1_675"/>
          <p:cNvSpPr txBox="1"/>
          <p:nvPr/>
        </p:nvSpPr>
        <p:spPr>
          <a:xfrm>
            <a:off x="914400" y="6248400"/>
            <a:ext cx="25401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637" name="Google Shape;1637;g2a4cc99e909_1_675"/>
          <p:cNvSpPr txBox="1"/>
          <p:nvPr/>
        </p:nvSpPr>
        <p:spPr>
          <a:xfrm>
            <a:off x="4165600" y="6248400"/>
            <a:ext cx="38607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a:ea typeface="Times"/>
              <a:cs typeface="Times"/>
              <a:sym typeface="Times"/>
            </a:endParaRPr>
          </a:p>
        </p:txBody>
      </p:sp>
      <p:sp>
        <p:nvSpPr>
          <p:cNvPr id="1638" name="Google Shape;1638;g2a4cc99e909_1_675"/>
          <p:cNvSpPr txBox="1">
            <a:spLocks noGrp="1"/>
          </p:cNvSpPr>
          <p:nvPr>
            <p:ph type="title"/>
          </p:nvPr>
        </p:nvSpPr>
        <p:spPr>
          <a:xfrm>
            <a:off x="1625600" y="381000"/>
            <a:ext cx="10390800" cy="685800"/>
          </a:xfrm>
          <a:prstGeom prst="rect">
            <a:avLst/>
          </a:prstGeom>
          <a:noFill/>
          <a:ln>
            <a:noFill/>
          </a:ln>
        </p:spPr>
        <p:txBody>
          <a:bodyPr spcFirstLastPara="1" wrap="square" lIns="90475" tIns="44450" rIns="90475" bIns="44450" anchor="ctr" anchorCtr="0">
            <a:noAutofit/>
          </a:bodyPr>
          <a:lstStyle/>
          <a:p>
            <a:pPr marL="0" lvl="0" indent="0" algn="l" rtl="0">
              <a:lnSpc>
                <a:spcPct val="100000"/>
              </a:lnSpc>
              <a:spcBef>
                <a:spcPts val="0"/>
              </a:spcBef>
              <a:spcAft>
                <a:spcPts val="0"/>
              </a:spcAft>
              <a:buClr>
                <a:srgbClr val="993300"/>
              </a:buClr>
              <a:buSzPts val="4000"/>
              <a:buFont typeface="Times New Roman"/>
              <a:buNone/>
            </a:pPr>
            <a:r>
              <a:rPr lang="en-US" sz="4000" b="0" i="0" u="none">
                <a:solidFill>
                  <a:srgbClr val="993300"/>
                </a:solidFill>
                <a:latin typeface="Times New Roman"/>
                <a:ea typeface="Times New Roman"/>
                <a:cs typeface="Times New Roman"/>
                <a:sym typeface="Times New Roman"/>
              </a:rPr>
              <a:t>The End</a:t>
            </a:r>
            <a:endParaRPr/>
          </a:p>
        </p:txBody>
      </p:sp>
    </p:spTree>
  </p:cSld>
  <p:clrMapOvr>
    <a:masterClrMapping/>
  </p:clrMapOvr>
</p:sld>
</file>

<file path=ppt/theme/theme1.xml><?xml version="1.0" encoding="utf-8"?>
<a:theme xmlns:a="http://schemas.openxmlformats.org/drawingml/2006/main" name="Retrospect">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mp122">
  <a:themeElements>
    <a:clrScheme name="comp122 8">
      <a:dk1>
        <a:srgbClr val="000000"/>
      </a:dk1>
      <a:lt1>
        <a:srgbClr val="FFFFCC"/>
      </a:lt1>
      <a:dk2>
        <a:srgbClr val="0000FF"/>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Global">
  <a:themeElements>
    <a:clrScheme name="">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AF6A5F"/>
      </a:hlink>
      <a:folHlink>
        <a:srgbClr val="CCB3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S1">
  <a:themeElements>
    <a:clrScheme name="">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FFFF99"/>
      </a:hlink>
      <a:folHlink>
        <a:srgbClr val="1C6D9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6412</Words>
  <Application>Microsoft Office PowerPoint</Application>
  <PresentationFormat>Widescreen</PresentationFormat>
  <Paragraphs>1120</Paragraphs>
  <Slides>94</Slides>
  <Notes>94</Notes>
  <HiddenSlides>1</HiddenSlides>
  <MMClips>0</MMClips>
  <ScaleCrop>false</ScaleCrop>
  <HeadingPairs>
    <vt:vector size="6" baseType="variant">
      <vt:variant>
        <vt:lpstr>Fonts Used</vt:lpstr>
      </vt:variant>
      <vt:variant>
        <vt:i4>14</vt:i4>
      </vt:variant>
      <vt:variant>
        <vt:lpstr>Theme</vt:lpstr>
      </vt:variant>
      <vt:variant>
        <vt:i4>4</vt:i4>
      </vt:variant>
      <vt:variant>
        <vt:lpstr>Slide Titles</vt:lpstr>
      </vt:variant>
      <vt:variant>
        <vt:i4>94</vt:i4>
      </vt:variant>
    </vt:vector>
  </HeadingPairs>
  <TitlesOfParts>
    <vt:vector size="112" baseType="lpstr">
      <vt:lpstr>Merriweather Sans</vt:lpstr>
      <vt:lpstr>Arial Black</vt:lpstr>
      <vt:lpstr>Calibri</vt:lpstr>
      <vt:lpstr>Trebuchet MS</vt:lpstr>
      <vt:lpstr>Arial Narrow</vt:lpstr>
      <vt:lpstr>Courier New</vt:lpstr>
      <vt:lpstr>Arial</vt:lpstr>
      <vt:lpstr>Bookman Old Style</vt:lpstr>
      <vt:lpstr>Verdana</vt:lpstr>
      <vt:lpstr>Times New Roman</vt:lpstr>
      <vt:lpstr>Tahoma</vt:lpstr>
      <vt:lpstr>Times</vt:lpstr>
      <vt:lpstr>Georgia</vt:lpstr>
      <vt:lpstr>Noto Sans Symbols</vt:lpstr>
      <vt:lpstr>Retrospect</vt:lpstr>
      <vt:lpstr>comp122</vt:lpstr>
      <vt:lpstr>Global</vt:lpstr>
      <vt:lpstr>CS1</vt:lpstr>
      <vt:lpstr>PowerPoint Presentation</vt:lpstr>
      <vt:lpstr>Unit 2 Syllabus</vt:lpstr>
      <vt:lpstr>Algorithm Design Techniques/Strategies</vt:lpstr>
      <vt:lpstr>Unit 2: Divide and Conquer</vt:lpstr>
      <vt:lpstr>Divide &amp; Conquer</vt:lpstr>
      <vt:lpstr>Divide-and-Conquer Technique (cont.)</vt:lpstr>
      <vt:lpstr>Time complexity of the general algorithm</vt:lpstr>
      <vt:lpstr>Divide-and-Conquer Examples</vt:lpstr>
      <vt:lpstr>Mergesort</vt:lpstr>
      <vt:lpstr>MergeSort (Example) - 1</vt:lpstr>
      <vt:lpstr>MergeSort (Example) - 2</vt:lpstr>
      <vt:lpstr>MergeSort (Example) - 3</vt:lpstr>
      <vt:lpstr>MergeSort (Example) - 4</vt:lpstr>
      <vt:lpstr>MergeSort (Example) - 5</vt:lpstr>
      <vt:lpstr>MergeSort (Example) - 6</vt:lpstr>
      <vt:lpstr>MergeSort (Example) - 7</vt:lpstr>
      <vt:lpstr>MergeSort (Example) - 8</vt:lpstr>
      <vt:lpstr>MergeSort (Example) - 9</vt:lpstr>
      <vt:lpstr>MergeSort (Example) - 10</vt:lpstr>
      <vt:lpstr>MergeSort (Example) - 11</vt:lpstr>
      <vt:lpstr>MergeSort (Example) - 12</vt:lpstr>
      <vt:lpstr>MergeSort (Example) - 13</vt:lpstr>
      <vt:lpstr>MergeSort (Example) - 14</vt:lpstr>
      <vt:lpstr>MergeSort (Example) - 15</vt:lpstr>
      <vt:lpstr>MergeSort (Example) - 16</vt:lpstr>
      <vt:lpstr>MergeSort (Example) - 17</vt:lpstr>
      <vt:lpstr>MergeSort (Example) - 18</vt:lpstr>
      <vt:lpstr>MergeSort (Example) - 19</vt:lpstr>
      <vt:lpstr>MergeSort (Example) - 20</vt:lpstr>
      <vt:lpstr>MergeSort (Example) - 21</vt:lpstr>
      <vt:lpstr>MergeSort (Example) - 22</vt:lpstr>
      <vt:lpstr>Merge Sort Algorithm</vt:lpstr>
      <vt:lpstr>PowerPoint Presentation</vt:lpstr>
      <vt:lpstr>Analysis of Mergesort</vt:lpstr>
      <vt:lpstr>Quicksort</vt:lpstr>
      <vt:lpstr>Quicksort Pseudo-code </vt:lpstr>
      <vt:lpstr>Procedure Partitioning the array</vt:lpstr>
      <vt:lpstr>Apply quick sort for the following numbers:  2, 8, 7, 1, 3, 5, 6, 4  </vt:lpstr>
      <vt:lpstr>PowerPoint Presentation</vt:lpstr>
      <vt:lpstr>The steps of QuickSort</vt:lpstr>
      <vt:lpstr>Quicksort Analysis</vt:lpstr>
      <vt:lpstr>Worst-Case Analysis</vt:lpstr>
      <vt:lpstr>Best-case Analysis</vt:lpstr>
      <vt:lpstr>Average-Case Analysis</vt:lpstr>
      <vt:lpstr>Summary Analysis of Quicksort</vt:lpstr>
      <vt:lpstr>Multiplication of Large Integers </vt:lpstr>
      <vt:lpstr>First Divide-and-Conquer Algorithm</vt:lpstr>
      <vt:lpstr>Second Divide-and-Conquer Algorithm</vt:lpstr>
      <vt:lpstr>Example of Large-Integer Multiplication </vt:lpstr>
      <vt:lpstr>References</vt:lpstr>
      <vt:lpstr>Unit 2 : Greedy strategy</vt:lpstr>
      <vt:lpstr>Optimization problems</vt:lpstr>
      <vt:lpstr>Introduction : Greedy Method</vt:lpstr>
      <vt:lpstr>Introduction : Greedy Method</vt:lpstr>
      <vt:lpstr>Introduction : Greedy Method</vt:lpstr>
      <vt:lpstr>PowerPoint Presentation</vt:lpstr>
      <vt:lpstr>Greedy Method</vt:lpstr>
      <vt:lpstr>Control Abstraction : Greedy Method</vt:lpstr>
      <vt:lpstr>Knapsack Problem</vt:lpstr>
      <vt:lpstr>Knapsack Problem : Example</vt:lpstr>
      <vt:lpstr>PowerPoint Presentation</vt:lpstr>
      <vt:lpstr>Algorithm : Greedy Knapsack</vt:lpstr>
      <vt:lpstr>PowerPoint Presentation</vt:lpstr>
      <vt:lpstr>Knapsack : More examples</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Coding</vt:lpstr>
      <vt:lpstr>Huffman Encoding cormen</vt:lpstr>
      <vt:lpstr>Analysis of Huffman Encoding</vt:lpstr>
      <vt:lpstr>Huffman Coding</vt:lpstr>
      <vt:lpstr>Examples : Huffman Coding</vt:lpstr>
      <vt:lpstr>Other greedy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Himangi Pande</dc:creator>
  <cp:lastModifiedBy>Sujal Sokande</cp:lastModifiedBy>
  <cp:revision>1</cp:revision>
  <dcterms:modified xsi:type="dcterms:W3CDTF">2026-03-12T12:22:01Z</dcterms:modified>
</cp:coreProperties>
</file>